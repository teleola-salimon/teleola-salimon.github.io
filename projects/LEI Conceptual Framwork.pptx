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347" r:id="rId2"/>
    <p:sldId id="4104" r:id="rId3"/>
    <p:sldId id="3346" r:id="rId4"/>
    <p:sldId id="4107" r:id="rId5"/>
    <p:sldId id="3334" r:id="rId6"/>
    <p:sldId id="4108" r:id="rId7"/>
  </p:sldIdLst>
  <p:sldSz cx="14257338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0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26" autoAdjust="0"/>
    <p:restoredTop sz="93969" autoAdjust="0"/>
  </p:normalViewPr>
  <p:slideViewPr>
    <p:cSldViewPr>
      <p:cViewPr varScale="1">
        <p:scale>
          <a:sx n="44" d="100"/>
          <a:sy n="44" d="100"/>
        </p:scale>
        <p:origin x="1254" y="72"/>
      </p:cViewPr>
      <p:guideLst>
        <p:guide orient="horz" pos="2880"/>
        <p:guide pos="407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347818009515601E-2"/>
          <c:y val="5.7053932588307807E-2"/>
          <c:w val="0.6705404138915233"/>
          <c:h val="0.8350498929901831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B94-402A-AEE3-45847EFF3147}"/>
              </c:ext>
            </c:extLst>
          </c:dPt>
          <c:dPt>
            <c:idx val="1"/>
            <c:bubble3D val="0"/>
            <c:spPr>
              <a:solidFill>
                <a:schemeClr val="accent1">
                  <a:shade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B94-402A-AEE3-45847EFF3147}"/>
              </c:ext>
            </c:extLst>
          </c:dPt>
          <c:dPt>
            <c:idx val="2"/>
            <c:bubble3D val="0"/>
            <c:spPr>
              <a:solidFill>
                <a:schemeClr val="accent1">
                  <a:shade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B94-402A-AEE3-45847EFF3147}"/>
              </c:ext>
            </c:extLst>
          </c:dPt>
          <c:dPt>
            <c:idx val="3"/>
            <c:bubble3D val="0"/>
            <c:spPr>
              <a:solidFill>
                <a:schemeClr val="accent1">
                  <a:tint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B94-402A-AEE3-45847EFF3147}"/>
              </c:ext>
            </c:extLst>
          </c:dPt>
          <c:dPt>
            <c:idx val="4"/>
            <c:bubble3D val="0"/>
            <c:spPr>
              <a:solidFill>
                <a:schemeClr val="accent1">
                  <a:tint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B94-402A-AEE3-45847EFF3147}"/>
              </c:ext>
            </c:extLst>
          </c:dPt>
          <c:dPt>
            <c:idx val="5"/>
            <c:bubble3D val="0"/>
            <c:spPr>
              <a:solidFill>
                <a:schemeClr val="accent1">
                  <a:tint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B94-402A-AEE3-45847EFF3147}"/>
              </c:ext>
            </c:extLst>
          </c:dPt>
          <c:dLbls>
            <c:delete val="1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8</c:v>
                </c:pt>
                <c:pt idx="3">
                  <c:v>4</c:v>
                </c:pt>
                <c:pt idx="4">
                  <c:v>7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B94-402A-AEE3-45847EFF31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 i="0">
          <a:solidFill>
            <a:schemeClr val="tx2"/>
          </a:solidFill>
          <a:latin typeface="Poppins SemiBold" pitchFamily="2" charset="77"/>
          <a:cs typeface="Poppins SemiBold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chemeClr val="accent1"/>
              </a:solidFill>
              <a:ln w="76200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45</c:v>
                </c:pt>
                <c:pt idx="1">
                  <c:v>55</c:v>
                </c:pt>
                <c:pt idx="2">
                  <c:v>47</c:v>
                </c:pt>
                <c:pt idx="3">
                  <c:v>75</c:v>
                </c:pt>
                <c:pt idx="4">
                  <c:v>90</c:v>
                </c:pt>
                <c:pt idx="5">
                  <c:v>100</c:v>
                </c:pt>
                <c:pt idx="6">
                  <c:v>100</c:v>
                </c:pt>
                <c:pt idx="7">
                  <c:v>95</c:v>
                </c:pt>
                <c:pt idx="8">
                  <c:v>88</c:v>
                </c:pt>
                <c:pt idx="9">
                  <c:v>50</c:v>
                </c:pt>
                <c:pt idx="10">
                  <c:v>45</c:v>
                </c:pt>
                <c:pt idx="11">
                  <c:v>58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2B2-4CD6-BC7F-C60405FC0D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chemeClr val="accent2"/>
              </a:solidFill>
              <a:ln w="76200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>15</c:v>
                </c:pt>
                <c:pt idx="1">
                  <c:v>25</c:v>
                </c:pt>
                <c:pt idx="2">
                  <c:v>17</c:v>
                </c:pt>
                <c:pt idx="3">
                  <c:v>34</c:v>
                </c:pt>
                <c:pt idx="4">
                  <c:v>41</c:v>
                </c:pt>
                <c:pt idx="5">
                  <c:v>47</c:v>
                </c:pt>
                <c:pt idx="6">
                  <c:v>50</c:v>
                </c:pt>
                <c:pt idx="7">
                  <c:v>46</c:v>
                </c:pt>
                <c:pt idx="8">
                  <c:v>37</c:v>
                </c:pt>
                <c:pt idx="9">
                  <c:v>22</c:v>
                </c:pt>
                <c:pt idx="10">
                  <c:v>20</c:v>
                </c:pt>
                <c:pt idx="11">
                  <c:v>30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2B2-4CD6-BC7F-C60405FC0D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3531535"/>
        <c:axId val="1793533167"/>
      </c:scatterChart>
      <c:valAx>
        <c:axId val="1793531535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793533167"/>
        <c:crosses val="autoZero"/>
        <c:crossBetween val="midCat"/>
        <c:majorUnit val="1"/>
      </c:valAx>
      <c:valAx>
        <c:axId val="1793533167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79353153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0" i="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452866635191311"/>
          <c:y val="4.9616933829763128E-2"/>
          <c:w val="0.86301846701289553"/>
          <c:h val="0.81807124262420183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2"/>
              </a:solidFill>
            </a:ln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</c:v>
                </c:pt>
                <c:pt idx="1">
                  <c:v>24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28</c:v>
                </c:pt>
                <c:pt idx="9">
                  <c:v>12</c:v>
                </c:pt>
                <c:pt idx="10">
                  <c:v>15</c:v>
                </c:pt>
                <c:pt idx="1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A3-4E54-841F-00E61418D3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2"/>
              </a:solidFill>
            </a:ln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</c:v>
                </c:pt>
                <c:pt idx="1">
                  <c:v>15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  <c:pt idx="5">
                  <c:v>15</c:v>
                </c:pt>
                <c:pt idx="6">
                  <c:v>12</c:v>
                </c:pt>
                <c:pt idx="7">
                  <c:v>15</c:v>
                </c:pt>
                <c:pt idx="8">
                  <c:v>12</c:v>
                </c:pt>
                <c:pt idx="9">
                  <c:v>21</c:v>
                </c:pt>
                <c:pt idx="10">
                  <c:v>28</c:v>
                </c:pt>
                <c:pt idx="1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A3-4E54-841F-00E61418D3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 w="25400">
              <a:solidFill>
                <a:schemeClr val="bg2"/>
              </a:solidFill>
            </a:ln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</c:v>
                </c:pt>
                <c:pt idx="1">
                  <c:v>21</c:v>
                </c:pt>
                <c:pt idx="2">
                  <c:v>17</c:v>
                </c:pt>
                <c:pt idx="3">
                  <c:v>5</c:v>
                </c:pt>
                <c:pt idx="4">
                  <c:v>24</c:v>
                </c:pt>
                <c:pt idx="5">
                  <c:v>16</c:v>
                </c:pt>
                <c:pt idx="6">
                  <c:v>8</c:v>
                </c:pt>
                <c:pt idx="7">
                  <c:v>21</c:v>
                </c:pt>
                <c:pt idx="8">
                  <c:v>17</c:v>
                </c:pt>
                <c:pt idx="9">
                  <c:v>5</c:v>
                </c:pt>
                <c:pt idx="10">
                  <c:v>24</c:v>
                </c:pt>
                <c:pt idx="1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A3-4E54-841F-00E61418D3D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bg2"/>
              </a:solidFill>
            </a:ln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15</c:v>
                </c:pt>
                <c:pt idx="1">
                  <c:v>11</c:v>
                </c:pt>
                <c:pt idx="2">
                  <c:v>18</c:v>
                </c:pt>
                <c:pt idx="3">
                  <c:v>23</c:v>
                </c:pt>
                <c:pt idx="4">
                  <c:v>10</c:v>
                </c:pt>
                <c:pt idx="5">
                  <c:v>24</c:v>
                </c:pt>
                <c:pt idx="6">
                  <c:v>15</c:v>
                </c:pt>
                <c:pt idx="7">
                  <c:v>11</c:v>
                </c:pt>
                <c:pt idx="8">
                  <c:v>18</c:v>
                </c:pt>
                <c:pt idx="9">
                  <c:v>23</c:v>
                </c:pt>
                <c:pt idx="10">
                  <c:v>10</c:v>
                </c:pt>
                <c:pt idx="1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A3-4E54-841F-00E61418D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87992223"/>
        <c:axId val="2086428495"/>
      </c:areaChart>
      <c:catAx>
        <c:axId val="208799222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86428495"/>
        <c:crosses val="autoZero"/>
        <c:auto val="1"/>
        <c:lblAlgn val="ctr"/>
        <c:lblOffset val="100"/>
        <c:noMultiLvlLbl val="0"/>
      </c:catAx>
      <c:valAx>
        <c:axId val="208642849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879922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0" i="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AD3EB-1029-47CE-A3C1-5D277D9CFCF0}" type="datetimeFigureOut">
              <a:rPr lang="en-NG" smtClean="0"/>
              <a:t>14/11/2025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3188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C1DE5-BFF5-4BEB-9CA8-804A85DD7C1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85372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7782-7B64-335C-3011-6D2D5F1FC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C4F8D-5D92-B6FF-AE64-4385D055B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3188" y="1336675"/>
            <a:ext cx="4810125" cy="36083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1FA7D-2F89-0670-2546-18E192506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C17EA-580B-5761-08F6-C630044F2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C1DE5-BFF5-4BEB-9CA8-804A85DD7C12}" type="slidenum">
              <a:rPr lang="en-NG" smtClean="0"/>
              <a:t>4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7656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9302" y="3314955"/>
            <a:ext cx="121187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8602" y="5988313"/>
            <a:ext cx="99801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2874" y="2459492"/>
            <a:ext cx="620194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42535" y="2459492"/>
            <a:ext cx="620194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649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42709" y="3681711"/>
            <a:ext cx="6450294" cy="356784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2867" y="427746"/>
            <a:ext cx="128316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2867" y="2459492"/>
            <a:ext cx="128316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47495" y="9944872"/>
            <a:ext cx="45623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2870" y="9944872"/>
            <a:ext cx="32791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65284" y="9944872"/>
            <a:ext cx="32791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862731">
        <a:defRPr>
          <a:latin typeface="+mn-lt"/>
          <a:ea typeface="+mn-ea"/>
          <a:cs typeface="+mn-cs"/>
        </a:defRPr>
      </a:lvl2pPr>
      <a:lvl3pPr marL="1725464">
        <a:defRPr>
          <a:latin typeface="+mn-lt"/>
          <a:ea typeface="+mn-ea"/>
          <a:cs typeface="+mn-cs"/>
        </a:defRPr>
      </a:lvl3pPr>
      <a:lvl4pPr marL="2588195">
        <a:defRPr>
          <a:latin typeface="+mn-lt"/>
          <a:ea typeface="+mn-ea"/>
          <a:cs typeface="+mn-cs"/>
        </a:defRPr>
      </a:lvl4pPr>
      <a:lvl5pPr marL="3450925">
        <a:defRPr>
          <a:latin typeface="+mn-lt"/>
          <a:ea typeface="+mn-ea"/>
          <a:cs typeface="+mn-cs"/>
        </a:defRPr>
      </a:lvl5pPr>
      <a:lvl6pPr marL="4313657">
        <a:defRPr>
          <a:latin typeface="+mn-lt"/>
          <a:ea typeface="+mn-ea"/>
          <a:cs typeface="+mn-cs"/>
        </a:defRPr>
      </a:lvl6pPr>
      <a:lvl7pPr marL="5176388">
        <a:defRPr>
          <a:latin typeface="+mn-lt"/>
          <a:ea typeface="+mn-ea"/>
          <a:cs typeface="+mn-cs"/>
        </a:defRPr>
      </a:lvl7pPr>
      <a:lvl8pPr marL="6039119">
        <a:defRPr>
          <a:latin typeface="+mn-lt"/>
          <a:ea typeface="+mn-ea"/>
          <a:cs typeface="+mn-cs"/>
        </a:defRPr>
      </a:lvl8pPr>
      <a:lvl9pPr marL="690185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862731">
        <a:defRPr>
          <a:latin typeface="+mn-lt"/>
          <a:ea typeface="+mn-ea"/>
          <a:cs typeface="+mn-cs"/>
        </a:defRPr>
      </a:lvl2pPr>
      <a:lvl3pPr marL="1725464">
        <a:defRPr>
          <a:latin typeface="+mn-lt"/>
          <a:ea typeface="+mn-ea"/>
          <a:cs typeface="+mn-cs"/>
        </a:defRPr>
      </a:lvl3pPr>
      <a:lvl4pPr marL="2588195">
        <a:defRPr>
          <a:latin typeface="+mn-lt"/>
          <a:ea typeface="+mn-ea"/>
          <a:cs typeface="+mn-cs"/>
        </a:defRPr>
      </a:lvl4pPr>
      <a:lvl5pPr marL="3450925">
        <a:defRPr>
          <a:latin typeface="+mn-lt"/>
          <a:ea typeface="+mn-ea"/>
          <a:cs typeface="+mn-cs"/>
        </a:defRPr>
      </a:lvl5pPr>
      <a:lvl6pPr marL="4313657">
        <a:defRPr>
          <a:latin typeface="+mn-lt"/>
          <a:ea typeface="+mn-ea"/>
          <a:cs typeface="+mn-cs"/>
        </a:defRPr>
      </a:lvl6pPr>
      <a:lvl7pPr marL="5176388">
        <a:defRPr>
          <a:latin typeface="+mn-lt"/>
          <a:ea typeface="+mn-ea"/>
          <a:cs typeface="+mn-cs"/>
        </a:defRPr>
      </a:lvl7pPr>
      <a:lvl8pPr marL="6039119">
        <a:defRPr>
          <a:latin typeface="+mn-lt"/>
          <a:ea typeface="+mn-ea"/>
          <a:cs typeface="+mn-cs"/>
        </a:defRPr>
      </a:lvl8pPr>
      <a:lvl9pPr marL="690185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C481C98-51B6-990E-3517-7D5E6FC92F8E}"/>
              </a:ext>
            </a:extLst>
          </p:cNvPr>
          <p:cNvGrpSpPr/>
          <p:nvPr/>
        </p:nvGrpSpPr>
        <p:grpSpPr>
          <a:xfrm>
            <a:off x="3050652" y="2705023"/>
            <a:ext cx="6337445" cy="5370397"/>
            <a:chOff x="2624513" y="2907741"/>
            <a:chExt cx="6864564" cy="6060376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8288007-4889-EC4A-BB64-3C34A4528493}"/>
                </a:ext>
              </a:extLst>
            </p:cNvPr>
            <p:cNvSpPr/>
            <p:nvPr/>
          </p:nvSpPr>
          <p:spPr>
            <a:xfrm>
              <a:off x="3259274" y="6901394"/>
              <a:ext cx="6229803" cy="1967643"/>
            </a:xfrm>
            <a:custGeom>
              <a:avLst/>
              <a:gdLst>
                <a:gd name="connsiteX0" fmla="*/ 4184629 w 11706668"/>
                <a:gd name="connsiteY0" fmla="*/ 595751 h 4374894"/>
                <a:gd name="connsiteX1" fmla="*/ 6344073 w 11706668"/>
                <a:gd name="connsiteY1" fmla="*/ 1585823 h 4374894"/>
                <a:gd name="connsiteX2" fmla="*/ 8745154 w 11706668"/>
                <a:gd name="connsiteY2" fmla="*/ 1583514 h 4374894"/>
                <a:gd name="connsiteX3" fmla="*/ 9155894 w 11706668"/>
                <a:gd name="connsiteY3" fmla="*/ 1776570 h 4374894"/>
                <a:gd name="connsiteX4" fmla="*/ 9278788 w 11706668"/>
                <a:gd name="connsiteY4" fmla="*/ 2114881 h 4374894"/>
                <a:gd name="connsiteX5" fmla="*/ 9178288 w 11706668"/>
                <a:gd name="connsiteY5" fmla="*/ 2427328 h 4374894"/>
                <a:gd name="connsiteX6" fmla="*/ 9018798 w 11706668"/>
                <a:gd name="connsiteY6" fmla="*/ 2572120 h 4374894"/>
                <a:gd name="connsiteX7" fmla="*/ 8748431 w 11706668"/>
                <a:gd name="connsiteY7" fmla="*/ 2646479 h 4374894"/>
                <a:gd name="connsiteX8" fmla="*/ 6081353 w 11706668"/>
                <a:gd name="connsiteY8" fmla="*/ 2654562 h 4374894"/>
                <a:gd name="connsiteX9" fmla="*/ 5978122 w 11706668"/>
                <a:gd name="connsiteY9" fmla="*/ 2752014 h 4374894"/>
                <a:gd name="connsiteX10" fmla="*/ 6063875 w 11706668"/>
                <a:gd name="connsiteY10" fmla="*/ 2834686 h 4374894"/>
                <a:gd name="connsiteX11" fmla="*/ 6143073 w 11706668"/>
                <a:gd name="connsiteY11" fmla="*/ 2834917 h 4374894"/>
                <a:gd name="connsiteX12" fmla="*/ 8749524 w 11706668"/>
                <a:gd name="connsiteY12" fmla="*/ 2833762 h 4374894"/>
                <a:gd name="connsiteX13" fmla="*/ 9129676 w 11706668"/>
                <a:gd name="connsiteY13" fmla="*/ 2699131 h 4374894"/>
                <a:gd name="connsiteX14" fmla="*/ 9562264 w 11706668"/>
                <a:gd name="connsiteY14" fmla="*/ 2307014 h 4374894"/>
                <a:gd name="connsiteX15" fmla="*/ 10702176 w 11706668"/>
                <a:gd name="connsiteY15" fmla="*/ 1382144 h 4374894"/>
                <a:gd name="connsiteX16" fmla="*/ 11450466 w 11706668"/>
                <a:gd name="connsiteY16" fmla="*/ 1453039 h 4374894"/>
                <a:gd name="connsiteX17" fmla="*/ 11381645 w 11706668"/>
                <a:gd name="connsiteY17" fmla="*/ 2200324 h 4374894"/>
                <a:gd name="connsiteX18" fmla="*/ 9565541 w 11706668"/>
                <a:gd name="connsiteY18" fmla="*/ 3704595 h 4374894"/>
                <a:gd name="connsiteX19" fmla="*/ 9075603 w 11706668"/>
                <a:gd name="connsiteY19" fmla="*/ 3860934 h 4374894"/>
                <a:gd name="connsiteX20" fmla="*/ 8757716 w 11706668"/>
                <a:gd name="connsiteY20" fmla="*/ 3874789 h 4374894"/>
                <a:gd name="connsiteX21" fmla="*/ 6032195 w 11706668"/>
                <a:gd name="connsiteY21" fmla="*/ 3876868 h 4374894"/>
                <a:gd name="connsiteX22" fmla="*/ 5978668 w 11706668"/>
                <a:gd name="connsiteY22" fmla="*/ 3874328 h 4374894"/>
                <a:gd name="connsiteX23" fmla="*/ 5926779 w 11706668"/>
                <a:gd name="connsiteY23" fmla="*/ 3866707 h 4374894"/>
                <a:gd name="connsiteX24" fmla="*/ 5229833 w 11706668"/>
                <a:gd name="connsiteY24" fmla="*/ 3717758 h 4374894"/>
                <a:gd name="connsiteX25" fmla="*/ 4175127 w 11706668"/>
                <a:gd name="connsiteY25" fmla="*/ 3158679 h 4374894"/>
                <a:gd name="connsiteX26" fmla="*/ 2725155 w 11706668"/>
                <a:gd name="connsiteY26" fmla="*/ 4374894 h 4374894"/>
                <a:gd name="connsiteX27" fmla="*/ 1242029 w 11706668"/>
                <a:gd name="connsiteY27" fmla="*/ 4374894 h 4374894"/>
                <a:gd name="connsiteX28" fmla="*/ 0 w 11706668"/>
                <a:gd name="connsiteY28" fmla="*/ 3472511 h 4374894"/>
                <a:gd name="connsiteX29" fmla="*/ 2609181 w 11706668"/>
                <a:gd name="connsiteY29" fmla="*/ 1322564 h 4374894"/>
                <a:gd name="connsiteX30" fmla="*/ 3425745 w 11706668"/>
                <a:gd name="connsiteY30" fmla="*/ 767873 h 4374894"/>
                <a:gd name="connsiteX31" fmla="*/ 4184629 w 11706668"/>
                <a:gd name="connsiteY31" fmla="*/ 595751 h 4374894"/>
                <a:gd name="connsiteX32" fmla="*/ 11170131 w 11706668"/>
                <a:gd name="connsiteY32" fmla="*/ 84439 h 4374894"/>
                <a:gd name="connsiteX33" fmla="*/ 11418240 w 11706668"/>
                <a:gd name="connsiteY33" fmla="*/ 143673 h 4374894"/>
                <a:gd name="connsiteX34" fmla="*/ 11505632 w 11706668"/>
                <a:gd name="connsiteY34" fmla="*/ 199788 h 4374894"/>
                <a:gd name="connsiteX35" fmla="*/ 11582099 w 11706668"/>
                <a:gd name="connsiteY35" fmla="*/ 275533 h 4374894"/>
                <a:gd name="connsiteX36" fmla="*/ 11437357 w 11706668"/>
                <a:gd name="connsiteY36" fmla="*/ 1087248 h 4374894"/>
                <a:gd name="connsiteX37" fmla="*/ 11004223 w 11706668"/>
                <a:gd name="connsiteY37" fmla="*/ 999726 h 4374894"/>
                <a:gd name="connsiteX38" fmla="*/ 10586929 w 11706668"/>
                <a:gd name="connsiteY38" fmla="*/ 1171999 h 4374894"/>
                <a:gd name="connsiteX39" fmla="*/ 9522392 w 11706668"/>
                <a:gd name="connsiteY39" fmla="*/ 2053685 h 4374894"/>
                <a:gd name="connsiteX40" fmla="*/ 9522392 w 11706668"/>
                <a:gd name="connsiteY40" fmla="*/ 2052992 h 4374894"/>
                <a:gd name="connsiteX41" fmla="*/ 9522938 w 11706668"/>
                <a:gd name="connsiteY41" fmla="*/ 2052068 h 4374894"/>
                <a:gd name="connsiteX42" fmla="*/ 9464495 w 11706668"/>
                <a:gd name="connsiteY42" fmla="*/ 2099870 h 4374894"/>
                <a:gd name="connsiteX43" fmla="*/ 9299544 w 11706668"/>
                <a:gd name="connsiteY43" fmla="*/ 1657411 h 4374894"/>
                <a:gd name="connsiteX44" fmla="*/ 9198497 w 11706668"/>
                <a:gd name="connsiteY44" fmla="*/ 1558573 h 4374894"/>
                <a:gd name="connsiteX45" fmla="*/ 10833810 w 11706668"/>
                <a:gd name="connsiteY45" fmla="*/ 206254 h 4374894"/>
                <a:gd name="connsiteX46" fmla="*/ 10922840 w 11706668"/>
                <a:gd name="connsiteY46" fmla="*/ 146444 h 4374894"/>
                <a:gd name="connsiteX47" fmla="*/ 11170131 w 11706668"/>
                <a:gd name="connsiteY47" fmla="*/ 84439 h 4374894"/>
                <a:gd name="connsiteX48" fmla="*/ 10042792 w 11706668"/>
                <a:gd name="connsiteY48" fmla="*/ 18601 h 4374894"/>
                <a:gd name="connsiteX49" fmla="*/ 10264127 w 11706668"/>
                <a:gd name="connsiteY49" fmla="*/ 77627 h 4374894"/>
                <a:gd name="connsiteX50" fmla="*/ 10351518 w 11706668"/>
                <a:gd name="connsiteY50" fmla="*/ 134666 h 4374894"/>
                <a:gd name="connsiteX51" fmla="*/ 10427986 w 11706668"/>
                <a:gd name="connsiteY51" fmla="*/ 210411 h 4374894"/>
                <a:gd name="connsiteX52" fmla="*/ 10440002 w 11706668"/>
                <a:gd name="connsiteY52" fmla="*/ 225422 h 4374894"/>
                <a:gd name="connsiteX53" fmla="*/ 8985480 w 11706668"/>
                <a:gd name="connsiteY53" fmla="*/ 1430177 h 4374894"/>
                <a:gd name="connsiteX54" fmla="*/ 8869687 w 11706668"/>
                <a:gd name="connsiteY54" fmla="*/ 1400387 h 4374894"/>
                <a:gd name="connsiteX55" fmla="*/ 8749524 w 11706668"/>
                <a:gd name="connsiteY55" fmla="*/ 1390226 h 4374894"/>
                <a:gd name="connsiteX56" fmla="*/ 8168917 w 11706668"/>
                <a:gd name="connsiteY56" fmla="*/ 1391150 h 4374894"/>
                <a:gd name="connsiteX57" fmla="*/ 9679150 w 11706668"/>
                <a:gd name="connsiteY57" fmla="*/ 140671 h 4374894"/>
                <a:gd name="connsiteX58" fmla="*/ 10042792 w 11706668"/>
                <a:gd name="connsiteY58" fmla="*/ 18601 h 4374894"/>
                <a:gd name="connsiteX59" fmla="*/ 8875743 w 11706668"/>
                <a:gd name="connsiteY59" fmla="*/ 544 h 4374894"/>
                <a:gd name="connsiteX60" fmla="*/ 9096905 w 11706668"/>
                <a:gd name="connsiteY60" fmla="*/ 59615 h 4374894"/>
                <a:gd name="connsiteX61" fmla="*/ 9184842 w 11706668"/>
                <a:gd name="connsiteY61" fmla="*/ 116885 h 4374894"/>
                <a:gd name="connsiteX62" fmla="*/ 9261310 w 11706668"/>
                <a:gd name="connsiteY62" fmla="*/ 192630 h 4374894"/>
                <a:gd name="connsiteX63" fmla="*/ 9273872 w 11706668"/>
                <a:gd name="connsiteY63" fmla="*/ 208102 h 4374894"/>
                <a:gd name="connsiteX64" fmla="*/ 7836829 w 11706668"/>
                <a:gd name="connsiteY64" fmla="*/ 1397847 h 4374894"/>
                <a:gd name="connsiteX65" fmla="*/ 7405880 w 11706668"/>
                <a:gd name="connsiteY65" fmla="*/ 1391381 h 4374894"/>
                <a:gd name="connsiteX66" fmla="*/ 6987493 w 11706668"/>
                <a:gd name="connsiteY66" fmla="*/ 1385608 h 4374894"/>
                <a:gd name="connsiteX67" fmla="*/ 8512474 w 11706668"/>
                <a:gd name="connsiteY67" fmla="*/ 122196 h 4374894"/>
                <a:gd name="connsiteX68" fmla="*/ 8875743 w 11706668"/>
                <a:gd name="connsiteY68" fmla="*/ 544 h 4374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11706668" h="4374894">
                  <a:moveTo>
                    <a:pt x="4184629" y="595751"/>
                  </a:moveTo>
                  <a:cubicBezTo>
                    <a:pt x="4767166" y="606966"/>
                    <a:pt x="5431959" y="925684"/>
                    <a:pt x="6344073" y="1585823"/>
                  </a:cubicBezTo>
                  <a:lnTo>
                    <a:pt x="8745154" y="1583514"/>
                  </a:lnTo>
                  <a:cubicBezTo>
                    <a:pt x="8910105" y="1583514"/>
                    <a:pt x="9058125" y="1658566"/>
                    <a:pt x="9155894" y="1776570"/>
                  </a:cubicBezTo>
                  <a:cubicBezTo>
                    <a:pt x="9232361" y="1868480"/>
                    <a:pt x="9278788" y="1986715"/>
                    <a:pt x="9278788" y="2114881"/>
                  </a:cubicBezTo>
                  <a:cubicBezTo>
                    <a:pt x="9279334" y="2228729"/>
                    <a:pt x="9243285" y="2337496"/>
                    <a:pt x="9178288" y="2427328"/>
                  </a:cubicBezTo>
                  <a:cubicBezTo>
                    <a:pt x="9135685" y="2485984"/>
                    <a:pt x="9081065" y="2535171"/>
                    <a:pt x="9018798" y="2572120"/>
                  </a:cubicBezTo>
                  <a:cubicBezTo>
                    <a:pt x="8936869" y="2620384"/>
                    <a:pt x="8843469" y="2646017"/>
                    <a:pt x="8748431" y="2646479"/>
                  </a:cubicBezTo>
                  <a:lnTo>
                    <a:pt x="6081353" y="2654562"/>
                  </a:lnTo>
                  <a:cubicBezTo>
                    <a:pt x="6024003" y="2647634"/>
                    <a:pt x="5974299" y="2694512"/>
                    <a:pt x="5978122" y="2752014"/>
                  </a:cubicBezTo>
                  <a:cubicBezTo>
                    <a:pt x="5981399" y="2797506"/>
                    <a:pt x="6018541" y="2833300"/>
                    <a:pt x="6063875" y="2834686"/>
                  </a:cubicBezTo>
                  <a:cubicBezTo>
                    <a:pt x="6090092" y="2834686"/>
                    <a:pt x="6116309" y="2834686"/>
                    <a:pt x="6143073" y="2834917"/>
                  </a:cubicBezTo>
                  <a:cubicBezTo>
                    <a:pt x="7011526" y="2836534"/>
                    <a:pt x="7880525" y="2835840"/>
                    <a:pt x="8749524" y="2833762"/>
                  </a:cubicBezTo>
                  <a:cubicBezTo>
                    <a:pt x="8771371" y="2833531"/>
                    <a:pt x="8954893" y="2814826"/>
                    <a:pt x="9129676" y="2699131"/>
                  </a:cubicBezTo>
                  <a:cubicBezTo>
                    <a:pt x="9262402" y="2611609"/>
                    <a:pt x="9437185" y="2405620"/>
                    <a:pt x="9562264" y="2307014"/>
                  </a:cubicBezTo>
                  <a:cubicBezTo>
                    <a:pt x="10102453" y="1881181"/>
                    <a:pt x="10702176" y="1382144"/>
                    <a:pt x="10702176" y="1382144"/>
                  </a:cubicBezTo>
                  <a:cubicBezTo>
                    <a:pt x="10928302" y="1195322"/>
                    <a:pt x="11263120" y="1227191"/>
                    <a:pt x="11450466" y="1453039"/>
                  </a:cubicBezTo>
                  <a:cubicBezTo>
                    <a:pt x="11637265" y="1678656"/>
                    <a:pt x="11606678" y="2012580"/>
                    <a:pt x="11381645" y="2200324"/>
                  </a:cubicBezTo>
                  <a:lnTo>
                    <a:pt x="9565541" y="3704595"/>
                  </a:lnTo>
                  <a:cubicBezTo>
                    <a:pt x="9450840" y="3799738"/>
                    <a:pt x="9248747" y="3842228"/>
                    <a:pt x="9075603" y="3860934"/>
                  </a:cubicBezTo>
                  <a:cubicBezTo>
                    <a:pt x="8901912" y="3879639"/>
                    <a:pt x="8757716" y="3874789"/>
                    <a:pt x="8757716" y="3874789"/>
                  </a:cubicBezTo>
                  <a:lnTo>
                    <a:pt x="6032195" y="3876868"/>
                  </a:lnTo>
                  <a:cubicBezTo>
                    <a:pt x="6014171" y="3876868"/>
                    <a:pt x="5996147" y="3875944"/>
                    <a:pt x="5978668" y="3874328"/>
                  </a:cubicBezTo>
                  <a:cubicBezTo>
                    <a:pt x="5961190" y="3872480"/>
                    <a:pt x="5943711" y="3869940"/>
                    <a:pt x="5926779" y="3866707"/>
                  </a:cubicBezTo>
                  <a:cubicBezTo>
                    <a:pt x="5789684" y="3849156"/>
                    <a:pt x="5539526" y="3817750"/>
                    <a:pt x="5229833" y="3717758"/>
                  </a:cubicBezTo>
                  <a:cubicBezTo>
                    <a:pt x="4920139" y="3617766"/>
                    <a:pt x="4550910" y="3449649"/>
                    <a:pt x="4175127" y="3158679"/>
                  </a:cubicBezTo>
                  <a:lnTo>
                    <a:pt x="2725155" y="4374894"/>
                  </a:lnTo>
                  <a:lnTo>
                    <a:pt x="1242029" y="4374894"/>
                  </a:lnTo>
                  <a:lnTo>
                    <a:pt x="0" y="3472511"/>
                  </a:lnTo>
                  <a:cubicBezTo>
                    <a:pt x="860806" y="2744855"/>
                    <a:pt x="1731990" y="2029899"/>
                    <a:pt x="2609181" y="1322564"/>
                  </a:cubicBezTo>
                  <a:cubicBezTo>
                    <a:pt x="2889926" y="1096023"/>
                    <a:pt x="3100213" y="924905"/>
                    <a:pt x="3425745" y="767873"/>
                  </a:cubicBezTo>
                  <a:cubicBezTo>
                    <a:pt x="3672046" y="649089"/>
                    <a:pt x="3919840" y="590653"/>
                    <a:pt x="4184629" y="595751"/>
                  </a:cubicBezTo>
                  <a:close/>
                  <a:moveTo>
                    <a:pt x="11170131" y="84439"/>
                  </a:moveTo>
                  <a:cubicBezTo>
                    <a:pt x="11255201" y="84035"/>
                    <a:pt x="11340407" y="103838"/>
                    <a:pt x="11418240" y="143673"/>
                  </a:cubicBezTo>
                  <a:cubicBezTo>
                    <a:pt x="11449373" y="159376"/>
                    <a:pt x="11478322" y="177388"/>
                    <a:pt x="11505632" y="199788"/>
                  </a:cubicBezTo>
                  <a:cubicBezTo>
                    <a:pt x="11532941" y="222419"/>
                    <a:pt x="11558613" y="247591"/>
                    <a:pt x="11582099" y="275533"/>
                  </a:cubicBezTo>
                  <a:cubicBezTo>
                    <a:pt x="11797847" y="532326"/>
                    <a:pt x="11723018" y="917746"/>
                    <a:pt x="11437357" y="1087248"/>
                  </a:cubicBezTo>
                  <a:cubicBezTo>
                    <a:pt x="11304085" y="1016122"/>
                    <a:pt x="11152789" y="986332"/>
                    <a:pt x="11004223" y="999726"/>
                  </a:cubicBezTo>
                  <a:cubicBezTo>
                    <a:pt x="10855658" y="1013120"/>
                    <a:pt x="10709823" y="1069928"/>
                    <a:pt x="10586929" y="1171999"/>
                  </a:cubicBezTo>
                  <a:lnTo>
                    <a:pt x="9522392" y="2053685"/>
                  </a:lnTo>
                  <a:cubicBezTo>
                    <a:pt x="9522392" y="2053454"/>
                    <a:pt x="9522392" y="2053223"/>
                    <a:pt x="9522392" y="2052992"/>
                  </a:cubicBezTo>
                  <a:cubicBezTo>
                    <a:pt x="9522392" y="2052761"/>
                    <a:pt x="9522938" y="2052299"/>
                    <a:pt x="9522938" y="2052068"/>
                  </a:cubicBezTo>
                  <a:lnTo>
                    <a:pt x="9464495" y="2099870"/>
                  </a:lnTo>
                  <a:cubicBezTo>
                    <a:pt x="9460672" y="1937990"/>
                    <a:pt x="9403321" y="1781651"/>
                    <a:pt x="9299544" y="1657411"/>
                  </a:cubicBezTo>
                  <a:cubicBezTo>
                    <a:pt x="9269503" y="1621155"/>
                    <a:pt x="9235092" y="1588132"/>
                    <a:pt x="9198497" y="1558573"/>
                  </a:cubicBezTo>
                  <a:lnTo>
                    <a:pt x="10833810" y="206254"/>
                  </a:lnTo>
                  <a:cubicBezTo>
                    <a:pt x="10861120" y="183162"/>
                    <a:pt x="10891160" y="163071"/>
                    <a:pt x="10922840" y="146444"/>
                  </a:cubicBezTo>
                  <a:cubicBezTo>
                    <a:pt x="11000127" y="105454"/>
                    <a:pt x="11085061" y="84844"/>
                    <a:pt x="11170131" y="84439"/>
                  </a:cubicBezTo>
                  <a:close/>
                  <a:moveTo>
                    <a:pt x="10042792" y="18601"/>
                  </a:moveTo>
                  <a:cubicBezTo>
                    <a:pt x="10119393" y="21966"/>
                    <a:pt x="10195101" y="41776"/>
                    <a:pt x="10264127" y="77627"/>
                  </a:cubicBezTo>
                  <a:cubicBezTo>
                    <a:pt x="10294714" y="93330"/>
                    <a:pt x="10323662" y="112497"/>
                    <a:pt x="10351518" y="134666"/>
                  </a:cubicBezTo>
                  <a:cubicBezTo>
                    <a:pt x="10378828" y="156836"/>
                    <a:pt x="10405045" y="182238"/>
                    <a:pt x="10427986" y="210411"/>
                  </a:cubicBezTo>
                  <a:cubicBezTo>
                    <a:pt x="10432355" y="215492"/>
                    <a:pt x="10436179" y="220341"/>
                    <a:pt x="10440002" y="225422"/>
                  </a:cubicBezTo>
                  <a:lnTo>
                    <a:pt x="8985480" y="1430177"/>
                  </a:lnTo>
                  <a:cubicBezTo>
                    <a:pt x="8947793" y="1417014"/>
                    <a:pt x="8909013" y="1407084"/>
                    <a:pt x="8869687" y="1400387"/>
                  </a:cubicBezTo>
                  <a:cubicBezTo>
                    <a:pt x="8829814" y="1393690"/>
                    <a:pt x="8789396" y="1390226"/>
                    <a:pt x="8749524" y="1390226"/>
                  </a:cubicBezTo>
                  <a:lnTo>
                    <a:pt x="8168917" y="1391150"/>
                  </a:lnTo>
                  <a:lnTo>
                    <a:pt x="9679150" y="140671"/>
                  </a:lnTo>
                  <a:cubicBezTo>
                    <a:pt x="9784976" y="53062"/>
                    <a:pt x="9915124" y="12993"/>
                    <a:pt x="10042792" y="18601"/>
                  </a:cubicBezTo>
                  <a:close/>
                  <a:moveTo>
                    <a:pt x="8875743" y="544"/>
                  </a:moveTo>
                  <a:cubicBezTo>
                    <a:pt x="8952248" y="3997"/>
                    <a:pt x="9027879" y="23850"/>
                    <a:pt x="9096905" y="59615"/>
                  </a:cubicBezTo>
                  <a:cubicBezTo>
                    <a:pt x="9128038" y="75549"/>
                    <a:pt x="9156986" y="94716"/>
                    <a:pt x="9184842" y="116885"/>
                  </a:cubicBezTo>
                  <a:cubicBezTo>
                    <a:pt x="9212152" y="139054"/>
                    <a:pt x="9237823" y="164456"/>
                    <a:pt x="9261310" y="192630"/>
                  </a:cubicBezTo>
                  <a:cubicBezTo>
                    <a:pt x="9265679" y="197710"/>
                    <a:pt x="9269503" y="202790"/>
                    <a:pt x="9273872" y="208102"/>
                  </a:cubicBezTo>
                  <a:lnTo>
                    <a:pt x="7836829" y="1397847"/>
                  </a:lnTo>
                  <a:cubicBezTo>
                    <a:pt x="7828090" y="1397385"/>
                    <a:pt x="7616165" y="1394383"/>
                    <a:pt x="7405880" y="1391381"/>
                  </a:cubicBezTo>
                  <a:cubicBezTo>
                    <a:pt x="7195594" y="1388379"/>
                    <a:pt x="6987493" y="1385608"/>
                    <a:pt x="6987493" y="1385608"/>
                  </a:cubicBezTo>
                  <a:lnTo>
                    <a:pt x="8512474" y="122196"/>
                  </a:lnTo>
                  <a:cubicBezTo>
                    <a:pt x="8618300" y="34588"/>
                    <a:pt x="8748235" y="-5211"/>
                    <a:pt x="8875743" y="5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1335" tIns="31335" rIns="31335" bIns="31335" numCol="1" anchor="ctr">
              <a:noAutofit/>
            </a:bodyPr>
            <a:lstStyle/>
            <a:p>
              <a:endParaRPr sz="2963" dirty="0">
                <a:latin typeface="Lato Light" panose="020F0502020204030203" pitchFamily="34" charset="0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B505F5C9-93F7-024E-AD90-793192F09B96}"/>
                </a:ext>
              </a:extLst>
            </p:cNvPr>
            <p:cNvSpPr/>
            <p:nvPr/>
          </p:nvSpPr>
          <p:spPr>
            <a:xfrm>
              <a:off x="2624513" y="7572734"/>
              <a:ext cx="2548247" cy="1395383"/>
            </a:xfrm>
            <a:custGeom>
              <a:avLst/>
              <a:gdLst>
                <a:gd name="connsiteX0" fmla="*/ 3637236 w 5909459"/>
                <a:gd name="connsiteY0" fmla="*/ 0 h 3051856"/>
                <a:gd name="connsiteX1" fmla="*/ 5909459 w 5909459"/>
                <a:gd name="connsiteY1" fmla="*/ 2707321 h 3051856"/>
                <a:gd name="connsiteX2" fmla="*/ 5498894 w 5909459"/>
                <a:gd name="connsiteY2" fmla="*/ 3051856 h 3051856"/>
                <a:gd name="connsiteX3" fmla="*/ 0 w 5909459"/>
                <a:gd name="connsiteY3" fmla="*/ 3051856 h 305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9459" h="3051856">
                  <a:moveTo>
                    <a:pt x="3637236" y="0"/>
                  </a:moveTo>
                  <a:lnTo>
                    <a:pt x="5909459" y="2707321"/>
                  </a:lnTo>
                  <a:lnTo>
                    <a:pt x="5498894" y="3051856"/>
                  </a:lnTo>
                  <a:lnTo>
                    <a:pt x="0" y="3051856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3" dirty="0">
                <a:latin typeface="Lato Light" panose="020F0502020204030203" pitchFamily="34" charset="0"/>
              </a:endParaRPr>
            </a:p>
          </p:txBody>
        </p:sp>
        <p:grpSp>
          <p:nvGrpSpPr>
            <p:cNvPr id="21" name="Group 63506">
              <a:extLst>
                <a:ext uri="{FF2B5EF4-FFF2-40B4-BE49-F238E27FC236}">
                  <a16:creationId xmlns:a16="http://schemas.microsoft.com/office/drawing/2014/main" id="{76B26589-317D-1047-ACAD-E05559C2A26C}"/>
                </a:ext>
              </a:extLst>
            </p:cNvPr>
            <p:cNvGrpSpPr/>
            <p:nvPr/>
          </p:nvGrpSpPr>
          <p:grpSpPr>
            <a:xfrm>
              <a:off x="5001886" y="2907741"/>
              <a:ext cx="3885602" cy="4740104"/>
              <a:chOff x="12279" y="0"/>
              <a:chExt cx="3384443" cy="4128730"/>
            </a:xfrm>
          </p:grpSpPr>
          <p:grpSp>
            <p:nvGrpSpPr>
              <p:cNvPr id="22" name="Group 63502">
                <a:extLst>
                  <a:ext uri="{FF2B5EF4-FFF2-40B4-BE49-F238E27FC236}">
                    <a16:creationId xmlns:a16="http://schemas.microsoft.com/office/drawing/2014/main" id="{350E01E4-171A-7B42-A357-D21B46B327B3}"/>
                  </a:ext>
                </a:extLst>
              </p:cNvPr>
              <p:cNvGrpSpPr/>
              <p:nvPr/>
            </p:nvGrpSpPr>
            <p:grpSpPr>
              <a:xfrm>
                <a:off x="12279" y="0"/>
                <a:ext cx="3384443" cy="1771860"/>
                <a:chOff x="12279" y="0"/>
                <a:chExt cx="3384442" cy="1771859"/>
              </a:xfrm>
            </p:grpSpPr>
            <p:sp>
              <p:nvSpPr>
                <p:cNvPr id="26" name="Shape 63499">
                  <a:extLst>
                    <a:ext uri="{FF2B5EF4-FFF2-40B4-BE49-F238E27FC236}">
                      <a16:creationId xmlns:a16="http://schemas.microsoft.com/office/drawing/2014/main" id="{67CB15AC-F322-C04A-8257-18518C8038B3}"/>
                    </a:ext>
                  </a:extLst>
                </p:cNvPr>
                <p:cNvSpPr/>
                <p:nvPr/>
              </p:nvSpPr>
              <p:spPr>
                <a:xfrm rot="19500000">
                  <a:off x="192050" y="637370"/>
                  <a:ext cx="983874" cy="9370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5602" y="0"/>
                      </a:moveTo>
                      <a:lnTo>
                        <a:pt x="2056" y="2901"/>
                      </a:lnTo>
                      <a:cubicBezTo>
                        <a:pt x="2056" y="4220"/>
                        <a:pt x="2056" y="5545"/>
                        <a:pt x="2056" y="6864"/>
                      </a:cubicBezTo>
                      <a:cubicBezTo>
                        <a:pt x="2056" y="9293"/>
                        <a:pt x="2056" y="11715"/>
                        <a:pt x="2056" y="14143"/>
                      </a:cubicBezTo>
                      <a:lnTo>
                        <a:pt x="5611" y="14143"/>
                      </a:lnTo>
                      <a:lnTo>
                        <a:pt x="5602" y="0"/>
                      </a:lnTo>
                      <a:close/>
                      <a:moveTo>
                        <a:pt x="4178" y="1822"/>
                      </a:moveTo>
                      <a:lnTo>
                        <a:pt x="4861" y="1822"/>
                      </a:lnTo>
                      <a:lnTo>
                        <a:pt x="4861" y="2556"/>
                      </a:lnTo>
                      <a:lnTo>
                        <a:pt x="4178" y="2556"/>
                      </a:lnTo>
                      <a:lnTo>
                        <a:pt x="4178" y="1822"/>
                      </a:lnTo>
                      <a:close/>
                      <a:moveTo>
                        <a:pt x="2797" y="3211"/>
                      </a:moveTo>
                      <a:lnTo>
                        <a:pt x="3479" y="3211"/>
                      </a:lnTo>
                      <a:lnTo>
                        <a:pt x="3479" y="3927"/>
                      </a:lnTo>
                      <a:lnTo>
                        <a:pt x="2797" y="3927"/>
                      </a:lnTo>
                      <a:lnTo>
                        <a:pt x="2797" y="3211"/>
                      </a:lnTo>
                      <a:close/>
                      <a:moveTo>
                        <a:pt x="4178" y="3211"/>
                      </a:moveTo>
                      <a:lnTo>
                        <a:pt x="4861" y="3211"/>
                      </a:lnTo>
                      <a:lnTo>
                        <a:pt x="4861" y="3927"/>
                      </a:lnTo>
                      <a:lnTo>
                        <a:pt x="4178" y="3927"/>
                      </a:lnTo>
                      <a:lnTo>
                        <a:pt x="4178" y="3211"/>
                      </a:lnTo>
                      <a:close/>
                      <a:moveTo>
                        <a:pt x="8702" y="4033"/>
                      </a:moveTo>
                      <a:cubicBezTo>
                        <a:pt x="8702" y="5829"/>
                        <a:pt x="8702" y="7624"/>
                        <a:pt x="8702" y="9420"/>
                      </a:cubicBezTo>
                      <a:cubicBezTo>
                        <a:pt x="8702" y="10996"/>
                        <a:pt x="8702" y="12567"/>
                        <a:pt x="8702" y="14143"/>
                      </a:cubicBezTo>
                      <a:lnTo>
                        <a:pt x="10994" y="14143"/>
                      </a:lnTo>
                      <a:lnTo>
                        <a:pt x="10994" y="4033"/>
                      </a:lnTo>
                      <a:lnTo>
                        <a:pt x="8702" y="4033"/>
                      </a:lnTo>
                      <a:close/>
                      <a:moveTo>
                        <a:pt x="9183" y="4485"/>
                      </a:moveTo>
                      <a:lnTo>
                        <a:pt x="9629" y="4485"/>
                      </a:lnTo>
                      <a:lnTo>
                        <a:pt x="9629" y="4944"/>
                      </a:lnTo>
                      <a:lnTo>
                        <a:pt x="9183" y="4944"/>
                      </a:lnTo>
                      <a:lnTo>
                        <a:pt x="9183" y="4485"/>
                      </a:lnTo>
                      <a:close/>
                      <a:moveTo>
                        <a:pt x="10076" y="4485"/>
                      </a:moveTo>
                      <a:lnTo>
                        <a:pt x="10530" y="4485"/>
                      </a:lnTo>
                      <a:lnTo>
                        <a:pt x="10530" y="4944"/>
                      </a:lnTo>
                      <a:lnTo>
                        <a:pt x="10076" y="4944"/>
                      </a:lnTo>
                      <a:lnTo>
                        <a:pt x="10076" y="4485"/>
                      </a:lnTo>
                      <a:close/>
                      <a:moveTo>
                        <a:pt x="16983" y="6006"/>
                      </a:moveTo>
                      <a:lnTo>
                        <a:pt x="16983" y="15382"/>
                      </a:lnTo>
                      <a:lnTo>
                        <a:pt x="17388" y="15851"/>
                      </a:lnTo>
                      <a:lnTo>
                        <a:pt x="18761" y="15851"/>
                      </a:lnTo>
                      <a:lnTo>
                        <a:pt x="18761" y="6006"/>
                      </a:lnTo>
                      <a:lnTo>
                        <a:pt x="16983" y="6006"/>
                      </a:lnTo>
                      <a:close/>
                      <a:moveTo>
                        <a:pt x="5973" y="6333"/>
                      </a:moveTo>
                      <a:lnTo>
                        <a:pt x="5973" y="14143"/>
                      </a:lnTo>
                      <a:lnTo>
                        <a:pt x="8340" y="14143"/>
                      </a:lnTo>
                      <a:lnTo>
                        <a:pt x="8340" y="6333"/>
                      </a:lnTo>
                      <a:lnTo>
                        <a:pt x="5973" y="6333"/>
                      </a:lnTo>
                      <a:close/>
                      <a:moveTo>
                        <a:pt x="11415" y="7014"/>
                      </a:moveTo>
                      <a:lnTo>
                        <a:pt x="11415" y="12649"/>
                      </a:lnTo>
                      <a:lnTo>
                        <a:pt x="11415" y="12790"/>
                      </a:lnTo>
                      <a:lnTo>
                        <a:pt x="11415" y="14143"/>
                      </a:lnTo>
                      <a:lnTo>
                        <a:pt x="12780" y="14143"/>
                      </a:lnTo>
                      <a:lnTo>
                        <a:pt x="12780" y="17204"/>
                      </a:lnTo>
                      <a:lnTo>
                        <a:pt x="15711" y="14029"/>
                      </a:lnTo>
                      <a:lnTo>
                        <a:pt x="16596" y="14993"/>
                      </a:lnTo>
                      <a:lnTo>
                        <a:pt x="16596" y="7014"/>
                      </a:lnTo>
                      <a:lnTo>
                        <a:pt x="14305" y="7014"/>
                      </a:lnTo>
                      <a:lnTo>
                        <a:pt x="13706" y="7014"/>
                      </a:lnTo>
                      <a:lnTo>
                        <a:pt x="11415" y="7014"/>
                      </a:lnTo>
                      <a:close/>
                      <a:moveTo>
                        <a:pt x="11904" y="7439"/>
                      </a:moveTo>
                      <a:lnTo>
                        <a:pt x="12561" y="7439"/>
                      </a:lnTo>
                      <a:lnTo>
                        <a:pt x="12561" y="8138"/>
                      </a:lnTo>
                      <a:lnTo>
                        <a:pt x="11904" y="8138"/>
                      </a:lnTo>
                      <a:lnTo>
                        <a:pt x="11904" y="7439"/>
                      </a:lnTo>
                      <a:close/>
                      <a:moveTo>
                        <a:pt x="13134" y="7439"/>
                      </a:moveTo>
                      <a:lnTo>
                        <a:pt x="13706" y="7439"/>
                      </a:lnTo>
                      <a:lnTo>
                        <a:pt x="13706" y="8138"/>
                      </a:lnTo>
                      <a:lnTo>
                        <a:pt x="13134" y="8138"/>
                      </a:lnTo>
                      <a:lnTo>
                        <a:pt x="13134" y="7439"/>
                      </a:lnTo>
                      <a:close/>
                      <a:moveTo>
                        <a:pt x="14305" y="7439"/>
                      </a:moveTo>
                      <a:lnTo>
                        <a:pt x="14852" y="7439"/>
                      </a:lnTo>
                      <a:lnTo>
                        <a:pt x="14852" y="8138"/>
                      </a:lnTo>
                      <a:lnTo>
                        <a:pt x="14305" y="8138"/>
                      </a:lnTo>
                      <a:lnTo>
                        <a:pt x="14305" y="7439"/>
                      </a:lnTo>
                      <a:close/>
                      <a:moveTo>
                        <a:pt x="15433" y="7439"/>
                      </a:moveTo>
                      <a:lnTo>
                        <a:pt x="16090" y="7439"/>
                      </a:lnTo>
                      <a:lnTo>
                        <a:pt x="16090" y="8138"/>
                      </a:lnTo>
                      <a:lnTo>
                        <a:pt x="15433" y="8138"/>
                      </a:lnTo>
                      <a:lnTo>
                        <a:pt x="15433" y="7439"/>
                      </a:lnTo>
                      <a:close/>
                      <a:moveTo>
                        <a:pt x="19132" y="8598"/>
                      </a:moveTo>
                      <a:lnTo>
                        <a:pt x="19132" y="15859"/>
                      </a:lnTo>
                      <a:lnTo>
                        <a:pt x="20126" y="15859"/>
                      </a:lnTo>
                      <a:lnTo>
                        <a:pt x="21145" y="17036"/>
                      </a:lnTo>
                      <a:lnTo>
                        <a:pt x="21145" y="8598"/>
                      </a:lnTo>
                      <a:lnTo>
                        <a:pt x="19132" y="8598"/>
                      </a:lnTo>
                      <a:close/>
                      <a:moveTo>
                        <a:pt x="11904" y="8854"/>
                      </a:moveTo>
                      <a:lnTo>
                        <a:pt x="12561" y="8854"/>
                      </a:lnTo>
                      <a:lnTo>
                        <a:pt x="12561" y="9544"/>
                      </a:lnTo>
                      <a:lnTo>
                        <a:pt x="11904" y="9544"/>
                      </a:lnTo>
                      <a:lnTo>
                        <a:pt x="11904" y="8854"/>
                      </a:lnTo>
                      <a:close/>
                      <a:moveTo>
                        <a:pt x="13134" y="8854"/>
                      </a:moveTo>
                      <a:lnTo>
                        <a:pt x="13706" y="8854"/>
                      </a:lnTo>
                      <a:lnTo>
                        <a:pt x="13706" y="9544"/>
                      </a:lnTo>
                      <a:lnTo>
                        <a:pt x="13134" y="9544"/>
                      </a:lnTo>
                      <a:lnTo>
                        <a:pt x="13134" y="8854"/>
                      </a:lnTo>
                      <a:close/>
                      <a:moveTo>
                        <a:pt x="14305" y="8854"/>
                      </a:moveTo>
                      <a:lnTo>
                        <a:pt x="14852" y="8854"/>
                      </a:lnTo>
                      <a:lnTo>
                        <a:pt x="14852" y="9544"/>
                      </a:lnTo>
                      <a:lnTo>
                        <a:pt x="14305" y="9544"/>
                      </a:lnTo>
                      <a:lnTo>
                        <a:pt x="14305" y="8854"/>
                      </a:lnTo>
                      <a:close/>
                      <a:moveTo>
                        <a:pt x="15433" y="8854"/>
                      </a:moveTo>
                      <a:lnTo>
                        <a:pt x="16090" y="8854"/>
                      </a:lnTo>
                      <a:lnTo>
                        <a:pt x="16090" y="9544"/>
                      </a:lnTo>
                      <a:lnTo>
                        <a:pt x="15433" y="9544"/>
                      </a:lnTo>
                      <a:lnTo>
                        <a:pt x="15433" y="8854"/>
                      </a:lnTo>
                      <a:close/>
                      <a:moveTo>
                        <a:pt x="11904" y="10260"/>
                      </a:moveTo>
                      <a:lnTo>
                        <a:pt x="12561" y="10260"/>
                      </a:lnTo>
                      <a:lnTo>
                        <a:pt x="12561" y="10950"/>
                      </a:lnTo>
                      <a:lnTo>
                        <a:pt x="11904" y="10950"/>
                      </a:lnTo>
                      <a:lnTo>
                        <a:pt x="11904" y="10260"/>
                      </a:lnTo>
                      <a:close/>
                      <a:moveTo>
                        <a:pt x="13134" y="10260"/>
                      </a:moveTo>
                      <a:lnTo>
                        <a:pt x="13706" y="10260"/>
                      </a:lnTo>
                      <a:lnTo>
                        <a:pt x="13706" y="10950"/>
                      </a:lnTo>
                      <a:lnTo>
                        <a:pt x="13134" y="10950"/>
                      </a:lnTo>
                      <a:lnTo>
                        <a:pt x="13134" y="10260"/>
                      </a:lnTo>
                      <a:close/>
                      <a:moveTo>
                        <a:pt x="14305" y="10260"/>
                      </a:moveTo>
                      <a:lnTo>
                        <a:pt x="14852" y="10260"/>
                      </a:lnTo>
                      <a:lnTo>
                        <a:pt x="14852" y="10950"/>
                      </a:lnTo>
                      <a:lnTo>
                        <a:pt x="14305" y="10950"/>
                      </a:lnTo>
                      <a:lnTo>
                        <a:pt x="14305" y="10260"/>
                      </a:lnTo>
                      <a:close/>
                      <a:moveTo>
                        <a:pt x="15433" y="10260"/>
                      </a:moveTo>
                      <a:lnTo>
                        <a:pt x="16090" y="10260"/>
                      </a:lnTo>
                      <a:lnTo>
                        <a:pt x="16090" y="10950"/>
                      </a:lnTo>
                      <a:lnTo>
                        <a:pt x="15433" y="10950"/>
                      </a:lnTo>
                      <a:lnTo>
                        <a:pt x="15433" y="10260"/>
                      </a:lnTo>
                      <a:close/>
                      <a:moveTo>
                        <a:pt x="11904" y="11676"/>
                      </a:moveTo>
                      <a:lnTo>
                        <a:pt x="12561" y="11676"/>
                      </a:lnTo>
                      <a:lnTo>
                        <a:pt x="12561" y="12366"/>
                      </a:lnTo>
                      <a:lnTo>
                        <a:pt x="11904" y="12366"/>
                      </a:lnTo>
                      <a:lnTo>
                        <a:pt x="11904" y="11676"/>
                      </a:lnTo>
                      <a:close/>
                      <a:moveTo>
                        <a:pt x="13134" y="11676"/>
                      </a:moveTo>
                      <a:lnTo>
                        <a:pt x="13706" y="11676"/>
                      </a:lnTo>
                      <a:lnTo>
                        <a:pt x="13706" y="12366"/>
                      </a:lnTo>
                      <a:lnTo>
                        <a:pt x="13134" y="12366"/>
                      </a:lnTo>
                      <a:lnTo>
                        <a:pt x="13134" y="11676"/>
                      </a:lnTo>
                      <a:close/>
                      <a:moveTo>
                        <a:pt x="14305" y="11676"/>
                      </a:moveTo>
                      <a:lnTo>
                        <a:pt x="14852" y="11676"/>
                      </a:lnTo>
                      <a:lnTo>
                        <a:pt x="14852" y="12366"/>
                      </a:lnTo>
                      <a:lnTo>
                        <a:pt x="14305" y="12366"/>
                      </a:lnTo>
                      <a:lnTo>
                        <a:pt x="14305" y="11676"/>
                      </a:lnTo>
                      <a:close/>
                      <a:moveTo>
                        <a:pt x="15433" y="11676"/>
                      </a:moveTo>
                      <a:lnTo>
                        <a:pt x="16090" y="11676"/>
                      </a:lnTo>
                      <a:lnTo>
                        <a:pt x="16090" y="12366"/>
                      </a:lnTo>
                      <a:lnTo>
                        <a:pt x="15433" y="12366"/>
                      </a:lnTo>
                      <a:lnTo>
                        <a:pt x="15433" y="11676"/>
                      </a:lnTo>
                      <a:close/>
                      <a:moveTo>
                        <a:pt x="11904" y="13082"/>
                      </a:moveTo>
                      <a:lnTo>
                        <a:pt x="12561" y="13082"/>
                      </a:lnTo>
                      <a:lnTo>
                        <a:pt x="12561" y="13772"/>
                      </a:lnTo>
                      <a:lnTo>
                        <a:pt x="11904" y="13772"/>
                      </a:lnTo>
                      <a:lnTo>
                        <a:pt x="11904" y="13082"/>
                      </a:lnTo>
                      <a:close/>
                      <a:moveTo>
                        <a:pt x="13134" y="13082"/>
                      </a:moveTo>
                      <a:lnTo>
                        <a:pt x="13706" y="13082"/>
                      </a:lnTo>
                      <a:lnTo>
                        <a:pt x="13706" y="13772"/>
                      </a:lnTo>
                      <a:lnTo>
                        <a:pt x="13134" y="13772"/>
                      </a:lnTo>
                      <a:lnTo>
                        <a:pt x="13134" y="13082"/>
                      </a:lnTo>
                      <a:close/>
                      <a:moveTo>
                        <a:pt x="14305" y="13082"/>
                      </a:moveTo>
                      <a:lnTo>
                        <a:pt x="14852" y="13082"/>
                      </a:lnTo>
                      <a:lnTo>
                        <a:pt x="14852" y="13772"/>
                      </a:lnTo>
                      <a:lnTo>
                        <a:pt x="14305" y="13772"/>
                      </a:lnTo>
                      <a:lnTo>
                        <a:pt x="14305" y="13082"/>
                      </a:lnTo>
                      <a:close/>
                      <a:moveTo>
                        <a:pt x="13134" y="14488"/>
                      </a:moveTo>
                      <a:lnTo>
                        <a:pt x="13706" y="14488"/>
                      </a:lnTo>
                      <a:lnTo>
                        <a:pt x="13706" y="15178"/>
                      </a:lnTo>
                      <a:lnTo>
                        <a:pt x="13134" y="15178"/>
                      </a:lnTo>
                      <a:lnTo>
                        <a:pt x="13134" y="14488"/>
                      </a:lnTo>
                      <a:close/>
                      <a:moveTo>
                        <a:pt x="0" y="14586"/>
                      </a:moveTo>
                      <a:lnTo>
                        <a:pt x="0" y="21600"/>
                      </a:lnTo>
                      <a:lnTo>
                        <a:pt x="3538" y="21600"/>
                      </a:lnTo>
                      <a:lnTo>
                        <a:pt x="6495" y="21600"/>
                      </a:lnTo>
                      <a:lnTo>
                        <a:pt x="8862" y="21600"/>
                      </a:lnTo>
                      <a:lnTo>
                        <a:pt x="9427" y="21600"/>
                      </a:lnTo>
                      <a:lnTo>
                        <a:pt x="12384" y="21600"/>
                      </a:lnTo>
                      <a:lnTo>
                        <a:pt x="12384" y="14586"/>
                      </a:lnTo>
                      <a:lnTo>
                        <a:pt x="9427" y="14586"/>
                      </a:lnTo>
                      <a:lnTo>
                        <a:pt x="8862" y="14586"/>
                      </a:lnTo>
                      <a:lnTo>
                        <a:pt x="6495" y="14586"/>
                      </a:lnTo>
                      <a:lnTo>
                        <a:pt x="5889" y="14586"/>
                      </a:lnTo>
                      <a:lnTo>
                        <a:pt x="3538" y="14586"/>
                      </a:lnTo>
                      <a:lnTo>
                        <a:pt x="2982" y="14586"/>
                      </a:lnTo>
                      <a:lnTo>
                        <a:pt x="0" y="14586"/>
                      </a:lnTo>
                      <a:close/>
                      <a:moveTo>
                        <a:pt x="15678" y="14586"/>
                      </a:moveTo>
                      <a:cubicBezTo>
                        <a:pt x="15678" y="14586"/>
                        <a:pt x="12704" y="17832"/>
                        <a:pt x="12704" y="17832"/>
                      </a:cubicBezTo>
                      <a:lnTo>
                        <a:pt x="12704" y="18044"/>
                      </a:lnTo>
                      <a:lnTo>
                        <a:pt x="15678" y="14798"/>
                      </a:lnTo>
                      <a:lnTo>
                        <a:pt x="18753" y="18159"/>
                      </a:lnTo>
                      <a:lnTo>
                        <a:pt x="21600" y="18159"/>
                      </a:lnTo>
                      <a:lnTo>
                        <a:pt x="19898" y="16240"/>
                      </a:lnTo>
                      <a:lnTo>
                        <a:pt x="17194" y="16240"/>
                      </a:lnTo>
                      <a:lnTo>
                        <a:pt x="15678" y="14586"/>
                      </a:lnTo>
                      <a:close/>
                      <a:moveTo>
                        <a:pt x="615" y="15108"/>
                      </a:moveTo>
                      <a:lnTo>
                        <a:pt x="1415" y="15108"/>
                      </a:lnTo>
                      <a:lnTo>
                        <a:pt x="1415" y="15948"/>
                      </a:lnTo>
                      <a:lnTo>
                        <a:pt x="615" y="15948"/>
                      </a:lnTo>
                      <a:lnTo>
                        <a:pt x="615" y="15108"/>
                      </a:lnTo>
                      <a:close/>
                      <a:moveTo>
                        <a:pt x="2115" y="15108"/>
                      </a:moveTo>
                      <a:lnTo>
                        <a:pt x="2915" y="15108"/>
                      </a:lnTo>
                      <a:lnTo>
                        <a:pt x="2915" y="15948"/>
                      </a:lnTo>
                      <a:lnTo>
                        <a:pt x="2115" y="15948"/>
                      </a:lnTo>
                      <a:lnTo>
                        <a:pt x="2115" y="15108"/>
                      </a:lnTo>
                      <a:close/>
                      <a:moveTo>
                        <a:pt x="3572" y="15108"/>
                      </a:moveTo>
                      <a:lnTo>
                        <a:pt x="4372" y="15108"/>
                      </a:lnTo>
                      <a:lnTo>
                        <a:pt x="4372" y="15948"/>
                      </a:lnTo>
                      <a:lnTo>
                        <a:pt x="3572" y="15948"/>
                      </a:lnTo>
                      <a:lnTo>
                        <a:pt x="3572" y="15108"/>
                      </a:lnTo>
                      <a:close/>
                      <a:moveTo>
                        <a:pt x="5071" y="15108"/>
                      </a:moveTo>
                      <a:lnTo>
                        <a:pt x="5872" y="15108"/>
                      </a:lnTo>
                      <a:lnTo>
                        <a:pt x="5872" y="15948"/>
                      </a:lnTo>
                      <a:lnTo>
                        <a:pt x="5071" y="15948"/>
                      </a:lnTo>
                      <a:lnTo>
                        <a:pt x="5071" y="15108"/>
                      </a:lnTo>
                      <a:close/>
                      <a:moveTo>
                        <a:pt x="6504" y="15108"/>
                      </a:moveTo>
                      <a:lnTo>
                        <a:pt x="7304" y="15108"/>
                      </a:lnTo>
                      <a:lnTo>
                        <a:pt x="7304" y="15948"/>
                      </a:lnTo>
                      <a:lnTo>
                        <a:pt x="6504" y="15948"/>
                      </a:lnTo>
                      <a:lnTo>
                        <a:pt x="6504" y="15108"/>
                      </a:lnTo>
                      <a:close/>
                      <a:moveTo>
                        <a:pt x="8003" y="15108"/>
                      </a:moveTo>
                      <a:lnTo>
                        <a:pt x="8795" y="15108"/>
                      </a:lnTo>
                      <a:lnTo>
                        <a:pt x="8795" y="15948"/>
                      </a:lnTo>
                      <a:lnTo>
                        <a:pt x="8003" y="15948"/>
                      </a:lnTo>
                      <a:lnTo>
                        <a:pt x="8003" y="15108"/>
                      </a:lnTo>
                      <a:close/>
                      <a:moveTo>
                        <a:pt x="9461" y="15108"/>
                      </a:moveTo>
                      <a:lnTo>
                        <a:pt x="10261" y="15108"/>
                      </a:lnTo>
                      <a:lnTo>
                        <a:pt x="10261" y="15948"/>
                      </a:lnTo>
                      <a:lnTo>
                        <a:pt x="9461" y="15948"/>
                      </a:lnTo>
                      <a:lnTo>
                        <a:pt x="9461" y="15108"/>
                      </a:lnTo>
                      <a:close/>
                      <a:moveTo>
                        <a:pt x="10960" y="15108"/>
                      </a:moveTo>
                      <a:lnTo>
                        <a:pt x="11760" y="15108"/>
                      </a:lnTo>
                      <a:lnTo>
                        <a:pt x="11760" y="15948"/>
                      </a:lnTo>
                      <a:lnTo>
                        <a:pt x="10960" y="15948"/>
                      </a:lnTo>
                      <a:lnTo>
                        <a:pt x="10960" y="15108"/>
                      </a:lnTo>
                      <a:close/>
                      <a:moveTo>
                        <a:pt x="15678" y="15143"/>
                      </a:moveTo>
                      <a:cubicBezTo>
                        <a:pt x="15678" y="15143"/>
                        <a:pt x="12695" y="18398"/>
                        <a:pt x="12695" y="18398"/>
                      </a:cubicBezTo>
                      <a:lnTo>
                        <a:pt x="12965" y="18398"/>
                      </a:lnTo>
                      <a:lnTo>
                        <a:pt x="12965" y="21600"/>
                      </a:lnTo>
                      <a:lnTo>
                        <a:pt x="14894" y="21600"/>
                      </a:lnTo>
                      <a:lnTo>
                        <a:pt x="14894" y="19053"/>
                      </a:lnTo>
                      <a:lnTo>
                        <a:pt x="16453" y="19053"/>
                      </a:lnTo>
                      <a:lnTo>
                        <a:pt x="16453" y="21600"/>
                      </a:lnTo>
                      <a:lnTo>
                        <a:pt x="21347" y="21600"/>
                      </a:lnTo>
                      <a:lnTo>
                        <a:pt x="21347" y="18380"/>
                      </a:lnTo>
                      <a:lnTo>
                        <a:pt x="18635" y="18380"/>
                      </a:lnTo>
                      <a:lnTo>
                        <a:pt x="15678" y="15143"/>
                      </a:lnTo>
                      <a:close/>
                      <a:moveTo>
                        <a:pt x="15678" y="16629"/>
                      </a:moveTo>
                      <a:cubicBezTo>
                        <a:pt x="16001" y="16629"/>
                        <a:pt x="16259" y="16900"/>
                        <a:pt x="16259" y="17239"/>
                      </a:cubicBezTo>
                      <a:cubicBezTo>
                        <a:pt x="16259" y="17579"/>
                        <a:pt x="16001" y="17858"/>
                        <a:pt x="15678" y="17858"/>
                      </a:cubicBezTo>
                      <a:cubicBezTo>
                        <a:pt x="15354" y="17858"/>
                        <a:pt x="15088" y="17579"/>
                        <a:pt x="15088" y="17239"/>
                      </a:cubicBezTo>
                      <a:cubicBezTo>
                        <a:pt x="15088" y="16900"/>
                        <a:pt x="15354" y="16629"/>
                        <a:pt x="15678" y="16629"/>
                      </a:cubicBezTo>
                      <a:close/>
                      <a:moveTo>
                        <a:pt x="615" y="16815"/>
                      </a:moveTo>
                      <a:lnTo>
                        <a:pt x="1415" y="16815"/>
                      </a:lnTo>
                      <a:lnTo>
                        <a:pt x="1415" y="17655"/>
                      </a:lnTo>
                      <a:lnTo>
                        <a:pt x="615" y="17655"/>
                      </a:lnTo>
                      <a:lnTo>
                        <a:pt x="615" y="16815"/>
                      </a:lnTo>
                      <a:close/>
                      <a:moveTo>
                        <a:pt x="2115" y="16815"/>
                      </a:moveTo>
                      <a:lnTo>
                        <a:pt x="2915" y="16815"/>
                      </a:lnTo>
                      <a:lnTo>
                        <a:pt x="2915" y="17655"/>
                      </a:lnTo>
                      <a:lnTo>
                        <a:pt x="2115" y="17655"/>
                      </a:lnTo>
                      <a:lnTo>
                        <a:pt x="2115" y="16815"/>
                      </a:lnTo>
                      <a:close/>
                      <a:moveTo>
                        <a:pt x="3572" y="16815"/>
                      </a:moveTo>
                      <a:lnTo>
                        <a:pt x="4372" y="16815"/>
                      </a:lnTo>
                      <a:lnTo>
                        <a:pt x="4372" y="17655"/>
                      </a:lnTo>
                      <a:lnTo>
                        <a:pt x="3572" y="17655"/>
                      </a:lnTo>
                      <a:lnTo>
                        <a:pt x="3572" y="16815"/>
                      </a:lnTo>
                      <a:close/>
                      <a:moveTo>
                        <a:pt x="5071" y="16815"/>
                      </a:moveTo>
                      <a:lnTo>
                        <a:pt x="5872" y="16815"/>
                      </a:lnTo>
                      <a:lnTo>
                        <a:pt x="5872" y="17655"/>
                      </a:lnTo>
                      <a:lnTo>
                        <a:pt x="5071" y="17655"/>
                      </a:lnTo>
                      <a:lnTo>
                        <a:pt x="5071" y="16815"/>
                      </a:lnTo>
                      <a:close/>
                      <a:moveTo>
                        <a:pt x="6504" y="16815"/>
                      </a:moveTo>
                      <a:lnTo>
                        <a:pt x="7304" y="16815"/>
                      </a:lnTo>
                      <a:lnTo>
                        <a:pt x="7304" y="17655"/>
                      </a:lnTo>
                      <a:lnTo>
                        <a:pt x="6504" y="17655"/>
                      </a:lnTo>
                      <a:lnTo>
                        <a:pt x="6504" y="16815"/>
                      </a:lnTo>
                      <a:close/>
                      <a:moveTo>
                        <a:pt x="8003" y="16815"/>
                      </a:moveTo>
                      <a:lnTo>
                        <a:pt x="8795" y="16815"/>
                      </a:lnTo>
                      <a:lnTo>
                        <a:pt x="8795" y="17655"/>
                      </a:lnTo>
                      <a:lnTo>
                        <a:pt x="8003" y="17655"/>
                      </a:lnTo>
                      <a:lnTo>
                        <a:pt x="8003" y="16815"/>
                      </a:lnTo>
                      <a:close/>
                      <a:moveTo>
                        <a:pt x="9461" y="16815"/>
                      </a:moveTo>
                      <a:lnTo>
                        <a:pt x="10261" y="16815"/>
                      </a:lnTo>
                      <a:lnTo>
                        <a:pt x="10261" y="17655"/>
                      </a:lnTo>
                      <a:lnTo>
                        <a:pt x="9461" y="17655"/>
                      </a:lnTo>
                      <a:lnTo>
                        <a:pt x="9461" y="16815"/>
                      </a:lnTo>
                      <a:close/>
                      <a:moveTo>
                        <a:pt x="10960" y="16815"/>
                      </a:moveTo>
                      <a:lnTo>
                        <a:pt x="11760" y="16815"/>
                      </a:lnTo>
                      <a:lnTo>
                        <a:pt x="11760" y="17655"/>
                      </a:lnTo>
                      <a:lnTo>
                        <a:pt x="10960" y="17655"/>
                      </a:lnTo>
                      <a:lnTo>
                        <a:pt x="10960" y="16815"/>
                      </a:lnTo>
                      <a:close/>
                      <a:moveTo>
                        <a:pt x="615" y="18531"/>
                      </a:moveTo>
                      <a:lnTo>
                        <a:pt x="1415" y="18531"/>
                      </a:lnTo>
                      <a:lnTo>
                        <a:pt x="1415" y="19371"/>
                      </a:lnTo>
                      <a:lnTo>
                        <a:pt x="615" y="19371"/>
                      </a:lnTo>
                      <a:lnTo>
                        <a:pt x="615" y="18531"/>
                      </a:lnTo>
                      <a:close/>
                      <a:moveTo>
                        <a:pt x="2115" y="18531"/>
                      </a:moveTo>
                      <a:lnTo>
                        <a:pt x="2915" y="18531"/>
                      </a:lnTo>
                      <a:lnTo>
                        <a:pt x="2915" y="19371"/>
                      </a:lnTo>
                      <a:lnTo>
                        <a:pt x="2115" y="19371"/>
                      </a:lnTo>
                      <a:lnTo>
                        <a:pt x="2115" y="18531"/>
                      </a:lnTo>
                      <a:close/>
                      <a:moveTo>
                        <a:pt x="3572" y="18531"/>
                      </a:moveTo>
                      <a:lnTo>
                        <a:pt x="4372" y="18531"/>
                      </a:lnTo>
                      <a:lnTo>
                        <a:pt x="4372" y="19371"/>
                      </a:lnTo>
                      <a:lnTo>
                        <a:pt x="3572" y="19371"/>
                      </a:lnTo>
                      <a:lnTo>
                        <a:pt x="3572" y="18531"/>
                      </a:lnTo>
                      <a:close/>
                      <a:moveTo>
                        <a:pt x="5071" y="18531"/>
                      </a:moveTo>
                      <a:lnTo>
                        <a:pt x="5872" y="18531"/>
                      </a:lnTo>
                      <a:lnTo>
                        <a:pt x="5872" y="19371"/>
                      </a:lnTo>
                      <a:lnTo>
                        <a:pt x="5071" y="19371"/>
                      </a:lnTo>
                      <a:lnTo>
                        <a:pt x="5071" y="18531"/>
                      </a:lnTo>
                      <a:close/>
                      <a:moveTo>
                        <a:pt x="6504" y="18531"/>
                      </a:moveTo>
                      <a:lnTo>
                        <a:pt x="7304" y="18531"/>
                      </a:lnTo>
                      <a:lnTo>
                        <a:pt x="7304" y="19371"/>
                      </a:lnTo>
                      <a:lnTo>
                        <a:pt x="6504" y="19371"/>
                      </a:lnTo>
                      <a:lnTo>
                        <a:pt x="6504" y="18531"/>
                      </a:lnTo>
                      <a:close/>
                      <a:moveTo>
                        <a:pt x="8003" y="18531"/>
                      </a:moveTo>
                      <a:lnTo>
                        <a:pt x="8795" y="18531"/>
                      </a:lnTo>
                      <a:lnTo>
                        <a:pt x="8795" y="19371"/>
                      </a:lnTo>
                      <a:lnTo>
                        <a:pt x="8003" y="19371"/>
                      </a:lnTo>
                      <a:lnTo>
                        <a:pt x="8003" y="18531"/>
                      </a:lnTo>
                      <a:close/>
                      <a:moveTo>
                        <a:pt x="9461" y="18531"/>
                      </a:moveTo>
                      <a:lnTo>
                        <a:pt x="10261" y="18531"/>
                      </a:lnTo>
                      <a:lnTo>
                        <a:pt x="10261" y="19371"/>
                      </a:lnTo>
                      <a:lnTo>
                        <a:pt x="9461" y="19371"/>
                      </a:lnTo>
                      <a:lnTo>
                        <a:pt x="9461" y="18531"/>
                      </a:lnTo>
                      <a:close/>
                      <a:moveTo>
                        <a:pt x="10960" y="18531"/>
                      </a:moveTo>
                      <a:lnTo>
                        <a:pt x="11760" y="18531"/>
                      </a:lnTo>
                      <a:lnTo>
                        <a:pt x="11760" y="19371"/>
                      </a:lnTo>
                      <a:lnTo>
                        <a:pt x="10960" y="19371"/>
                      </a:lnTo>
                      <a:lnTo>
                        <a:pt x="10960" y="18531"/>
                      </a:lnTo>
                      <a:close/>
                      <a:moveTo>
                        <a:pt x="17750" y="19053"/>
                      </a:moveTo>
                      <a:lnTo>
                        <a:pt x="18921" y="19053"/>
                      </a:lnTo>
                      <a:lnTo>
                        <a:pt x="18921" y="20282"/>
                      </a:lnTo>
                      <a:lnTo>
                        <a:pt x="17750" y="20282"/>
                      </a:lnTo>
                      <a:cubicBezTo>
                        <a:pt x="17750" y="20282"/>
                        <a:pt x="17750" y="19053"/>
                        <a:pt x="17750" y="19053"/>
                      </a:cubicBezTo>
                      <a:close/>
                      <a:moveTo>
                        <a:pt x="19587" y="19053"/>
                      </a:moveTo>
                      <a:lnTo>
                        <a:pt x="20758" y="19053"/>
                      </a:lnTo>
                      <a:lnTo>
                        <a:pt x="20758" y="20282"/>
                      </a:lnTo>
                      <a:lnTo>
                        <a:pt x="19587" y="20282"/>
                      </a:lnTo>
                      <a:cubicBezTo>
                        <a:pt x="19587" y="20282"/>
                        <a:pt x="19587" y="19053"/>
                        <a:pt x="19587" y="19053"/>
                      </a:cubicBezTo>
                      <a:close/>
                      <a:moveTo>
                        <a:pt x="615" y="20247"/>
                      </a:moveTo>
                      <a:lnTo>
                        <a:pt x="1415" y="20247"/>
                      </a:lnTo>
                      <a:lnTo>
                        <a:pt x="1415" y="21087"/>
                      </a:lnTo>
                      <a:lnTo>
                        <a:pt x="615" y="21087"/>
                      </a:lnTo>
                      <a:lnTo>
                        <a:pt x="615" y="20247"/>
                      </a:lnTo>
                      <a:close/>
                      <a:moveTo>
                        <a:pt x="2115" y="20247"/>
                      </a:moveTo>
                      <a:lnTo>
                        <a:pt x="2915" y="20247"/>
                      </a:lnTo>
                      <a:lnTo>
                        <a:pt x="2915" y="21087"/>
                      </a:lnTo>
                      <a:lnTo>
                        <a:pt x="2115" y="21087"/>
                      </a:lnTo>
                      <a:lnTo>
                        <a:pt x="2115" y="20247"/>
                      </a:lnTo>
                      <a:close/>
                      <a:moveTo>
                        <a:pt x="3572" y="20247"/>
                      </a:moveTo>
                      <a:lnTo>
                        <a:pt x="4372" y="20247"/>
                      </a:lnTo>
                      <a:lnTo>
                        <a:pt x="4372" y="21087"/>
                      </a:lnTo>
                      <a:lnTo>
                        <a:pt x="3572" y="21087"/>
                      </a:lnTo>
                      <a:lnTo>
                        <a:pt x="3572" y="20247"/>
                      </a:lnTo>
                      <a:close/>
                      <a:moveTo>
                        <a:pt x="5071" y="20247"/>
                      </a:moveTo>
                      <a:lnTo>
                        <a:pt x="5872" y="20247"/>
                      </a:lnTo>
                      <a:lnTo>
                        <a:pt x="5872" y="21087"/>
                      </a:lnTo>
                      <a:lnTo>
                        <a:pt x="5071" y="21087"/>
                      </a:lnTo>
                      <a:lnTo>
                        <a:pt x="5071" y="20247"/>
                      </a:lnTo>
                      <a:close/>
                      <a:moveTo>
                        <a:pt x="6504" y="20247"/>
                      </a:moveTo>
                      <a:lnTo>
                        <a:pt x="7304" y="20247"/>
                      </a:lnTo>
                      <a:lnTo>
                        <a:pt x="7304" y="21087"/>
                      </a:lnTo>
                      <a:lnTo>
                        <a:pt x="6504" y="21087"/>
                      </a:lnTo>
                      <a:lnTo>
                        <a:pt x="6504" y="20247"/>
                      </a:lnTo>
                      <a:close/>
                      <a:moveTo>
                        <a:pt x="8003" y="20247"/>
                      </a:moveTo>
                      <a:lnTo>
                        <a:pt x="8795" y="20247"/>
                      </a:lnTo>
                      <a:lnTo>
                        <a:pt x="8795" y="21087"/>
                      </a:lnTo>
                      <a:lnTo>
                        <a:pt x="8003" y="21087"/>
                      </a:lnTo>
                      <a:lnTo>
                        <a:pt x="8003" y="20247"/>
                      </a:lnTo>
                      <a:close/>
                      <a:moveTo>
                        <a:pt x="9461" y="20247"/>
                      </a:moveTo>
                      <a:lnTo>
                        <a:pt x="10261" y="20247"/>
                      </a:lnTo>
                      <a:lnTo>
                        <a:pt x="10261" y="21087"/>
                      </a:lnTo>
                      <a:lnTo>
                        <a:pt x="9461" y="21087"/>
                      </a:lnTo>
                      <a:lnTo>
                        <a:pt x="9461" y="20247"/>
                      </a:lnTo>
                      <a:close/>
                      <a:moveTo>
                        <a:pt x="10960" y="20247"/>
                      </a:moveTo>
                      <a:lnTo>
                        <a:pt x="11760" y="20247"/>
                      </a:lnTo>
                      <a:lnTo>
                        <a:pt x="11760" y="21087"/>
                      </a:lnTo>
                      <a:lnTo>
                        <a:pt x="10960" y="21087"/>
                      </a:lnTo>
                      <a:lnTo>
                        <a:pt x="10960" y="202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29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7" name="Shape 63500">
                  <a:extLst>
                    <a:ext uri="{FF2B5EF4-FFF2-40B4-BE49-F238E27FC236}">
                      <a16:creationId xmlns:a16="http://schemas.microsoft.com/office/drawing/2014/main" id="{3A5E2E66-E07E-534B-AD71-A8B8284EDF88}"/>
                    </a:ext>
                  </a:extLst>
                </p:cNvPr>
                <p:cNvSpPr/>
                <p:nvPr/>
              </p:nvSpPr>
              <p:spPr>
                <a:xfrm>
                  <a:off x="1462720" y="0"/>
                  <a:ext cx="764767" cy="112048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903" y="0"/>
                      </a:moveTo>
                      <a:lnTo>
                        <a:pt x="10903" y="21600"/>
                      </a:lnTo>
                      <a:lnTo>
                        <a:pt x="13938" y="21600"/>
                      </a:lnTo>
                      <a:lnTo>
                        <a:pt x="13938" y="0"/>
                      </a:lnTo>
                      <a:lnTo>
                        <a:pt x="10903" y="0"/>
                      </a:lnTo>
                      <a:close/>
                      <a:moveTo>
                        <a:pt x="6882" y="3632"/>
                      </a:moveTo>
                      <a:lnTo>
                        <a:pt x="0" y="7294"/>
                      </a:lnTo>
                      <a:cubicBezTo>
                        <a:pt x="0" y="9002"/>
                        <a:pt x="0" y="10711"/>
                        <a:pt x="0" y="12420"/>
                      </a:cubicBezTo>
                      <a:cubicBezTo>
                        <a:pt x="0" y="15481"/>
                        <a:pt x="0" y="18539"/>
                        <a:pt x="0" y="21600"/>
                      </a:cubicBezTo>
                      <a:lnTo>
                        <a:pt x="5408" y="21600"/>
                      </a:lnTo>
                      <a:lnTo>
                        <a:pt x="5408" y="9690"/>
                      </a:lnTo>
                      <a:lnTo>
                        <a:pt x="6882" y="9690"/>
                      </a:lnTo>
                      <a:lnTo>
                        <a:pt x="6882" y="3632"/>
                      </a:lnTo>
                      <a:close/>
                      <a:moveTo>
                        <a:pt x="4118" y="5933"/>
                      </a:moveTo>
                      <a:lnTo>
                        <a:pt x="5451" y="5933"/>
                      </a:lnTo>
                      <a:lnTo>
                        <a:pt x="5451" y="6850"/>
                      </a:lnTo>
                      <a:lnTo>
                        <a:pt x="4118" y="6850"/>
                      </a:lnTo>
                      <a:lnTo>
                        <a:pt x="4118" y="5933"/>
                      </a:lnTo>
                      <a:close/>
                      <a:moveTo>
                        <a:pt x="1431" y="7671"/>
                      </a:moveTo>
                      <a:lnTo>
                        <a:pt x="2775" y="7671"/>
                      </a:lnTo>
                      <a:lnTo>
                        <a:pt x="2775" y="8581"/>
                      </a:lnTo>
                      <a:lnTo>
                        <a:pt x="1431" y="8581"/>
                      </a:lnTo>
                      <a:lnTo>
                        <a:pt x="1431" y="7671"/>
                      </a:lnTo>
                      <a:close/>
                      <a:moveTo>
                        <a:pt x="4118" y="7671"/>
                      </a:moveTo>
                      <a:lnTo>
                        <a:pt x="5451" y="7671"/>
                      </a:lnTo>
                      <a:lnTo>
                        <a:pt x="5451" y="8581"/>
                      </a:lnTo>
                      <a:lnTo>
                        <a:pt x="4118" y="8581"/>
                      </a:lnTo>
                      <a:lnTo>
                        <a:pt x="4118" y="7671"/>
                      </a:lnTo>
                      <a:close/>
                      <a:moveTo>
                        <a:pt x="5907" y="10016"/>
                      </a:moveTo>
                      <a:lnTo>
                        <a:pt x="5907" y="15741"/>
                      </a:lnTo>
                      <a:lnTo>
                        <a:pt x="5907" y="15875"/>
                      </a:lnTo>
                      <a:lnTo>
                        <a:pt x="5907" y="21600"/>
                      </a:lnTo>
                      <a:lnTo>
                        <a:pt x="10415" y="21600"/>
                      </a:lnTo>
                      <a:lnTo>
                        <a:pt x="10415" y="15875"/>
                      </a:lnTo>
                      <a:lnTo>
                        <a:pt x="10415" y="15741"/>
                      </a:lnTo>
                      <a:lnTo>
                        <a:pt x="10415" y="10016"/>
                      </a:lnTo>
                      <a:lnTo>
                        <a:pt x="5907" y="10016"/>
                      </a:lnTo>
                      <a:close/>
                      <a:moveTo>
                        <a:pt x="6665" y="10452"/>
                      </a:moveTo>
                      <a:lnTo>
                        <a:pt x="7695" y="10452"/>
                      </a:lnTo>
                      <a:lnTo>
                        <a:pt x="7695" y="11155"/>
                      </a:lnTo>
                      <a:lnTo>
                        <a:pt x="6665" y="11155"/>
                      </a:lnTo>
                      <a:lnTo>
                        <a:pt x="6665" y="10452"/>
                      </a:lnTo>
                      <a:close/>
                      <a:moveTo>
                        <a:pt x="8594" y="10452"/>
                      </a:moveTo>
                      <a:lnTo>
                        <a:pt x="9613" y="10452"/>
                      </a:lnTo>
                      <a:lnTo>
                        <a:pt x="9613" y="11155"/>
                      </a:lnTo>
                      <a:lnTo>
                        <a:pt x="8594" y="11155"/>
                      </a:lnTo>
                      <a:lnTo>
                        <a:pt x="8594" y="10452"/>
                      </a:lnTo>
                      <a:close/>
                      <a:moveTo>
                        <a:pt x="14425" y="11333"/>
                      </a:moveTo>
                      <a:lnTo>
                        <a:pt x="14425" y="16407"/>
                      </a:lnTo>
                      <a:lnTo>
                        <a:pt x="14425" y="16533"/>
                      </a:lnTo>
                      <a:lnTo>
                        <a:pt x="14425" y="21600"/>
                      </a:lnTo>
                      <a:lnTo>
                        <a:pt x="17601" y="21600"/>
                      </a:lnTo>
                      <a:lnTo>
                        <a:pt x="18424" y="21600"/>
                      </a:lnTo>
                      <a:lnTo>
                        <a:pt x="21600" y="21600"/>
                      </a:lnTo>
                      <a:lnTo>
                        <a:pt x="21600" y="16533"/>
                      </a:lnTo>
                      <a:lnTo>
                        <a:pt x="21600" y="16407"/>
                      </a:lnTo>
                      <a:lnTo>
                        <a:pt x="21600" y="11333"/>
                      </a:lnTo>
                      <a:lnTo>
                        <a:pt x="18424" y="11333"/>
                      </a:lnTo>
                      <a:lnTo>
                        <a:pt x="17601" y="11333"/>
                      </a:lnTo>
                      <a:lnTo>
                        <a:pt x="14425" y="11333"/>
                      </a:lnTo>
                      <a:close/>
                      <a:moveTo>
                        <a:pt x="15097" y="11725"/>
                      </a:moveTo>
                      <a:lnTo>
                        <a:pt x="16008" y="11725"/>
                      </a:lnTo>
                      <a:lnTo>
                        <a:pt x="16008" y="12346"/>
                      </a:lnTo>
                      <a:lnTo>
                        <a:pt x="15097" y="12346"/>
                      </a:lnTo>
                      <a:lnTo>
                        <a:pt x="15097" y="11725"/>
                      </a:lnTo>
                      <a:close/>
                      <a:moveTo>
                        <a:pt x="16810" y="11725"/>
                      </a:moveTo>
                      <a:lnTo>
                        <a:pt x="17601" y="11725"/>
                      </a:lnTo>
                      <a:lnTo>
                        <a:pt x="17601" y="12346"/>
                      </a:lnTo>
                      <a:lnTo>
                        <a:pt x="16810" y="12346"/>
                      </a:lnTo>
                      <a:lnTo>
                        <a:pt x="16810" y="11725"/>
                      </a:lnTo>
                      <a:close/>
                      <a:moveTo>
                        <a:pt x="18424" y="11725"/>
                      </a:moveTo>
                      <a:lnTo>
                        <a:pt x="19183" y="11725"/>
                      </a:lnTo>
                      <a:lnTo>
                        <a:pt x="19183" y="12346"/>
                      </a:lnTo>
                      <a:lnTo>
                        <a:pt x="18424" y="12346"/>
                      </a:lnTo>
                      <a:lnTo>
                        <a:pt x="18424" y="11725"/>
                      </a:lnTo>
                      <a:close/>
                      <a:moveTo>
                        <a:pt x="19985" y="11725"/>
                      </a:moveTo>
                      <a:lnTo>
                        <a:pt x="20885" y="11725"/>
                      </a:lnTo>
                      <a:lnTo>
                        <a:pt x="20885" y="12346"/>
                      </a:lnTo>
                      <a:lnTo>
                        <a:pt x="19985" y="12346"/>
                      </a:lnTo>
                      <a:lnTo>
                        <a:pt x="19985" y="11725"/>
                      </a:lnTo>
                      <a:close/>
                      <a:moveTo>
                        <a:pt x="6665" y="11880"/>
                      </a:moveTo>
                      <a:lnTo>
                        <a:pt x="7695" y="11880"/>
                      </a:lnTo>
                      <a:lnTo>
                        <a:pt x="7695" y="12583"/>
                      </a:lnTo>
                      <a:lnTo>
                        <a:pt x="6665" y="12583"/>
                      </a:lnTo>
                      <a:lnTo>
                        <a:pt x="6665" y="11880"/>
                      </a:lnTo>
                      <a:close/>
                      <a:moveTo>
                        <a:pt x="8594" y="11880"/>
                      </a:moveTo>
                      <a:lnTo>
                        <a:pt x="9613" y="11880"/>
                      </a:lnTo>
                      <a:lnTo>
                        <a:pt x="9613" y="12583"/>
                      </a:lnTo>
                      <a:lnTo>
                        <a:pt x="8594" y="12583"/>
                      </a:lnTo>
                      <a:lnTo>
                        <a:pt x="8594" y="11880"/>
                      </a:lnTo>
                      <a:close/>
                      <a:moveTo>
                        <a:pt x="15097" y="12990"/>
                      </a:moveTo>
                      <a:lnTo>
                        <a:pt x="16008" y="12990"/>
                      </a:lnTo>
                      <a:lnTo>
                        <a:pt x="16008" y="13611"/>
                      </a:lnTo>
                      <a:lnTo>
                        <a:pt x="15097" y="13611"/>
                      </a:lnTo>
                      <a:lnTo>
                        <a:pt x="15097" y="12990"/>
                      </a:lnTo>
                      <a:close/>
                      <a:moveTo>
                        <a:pt x="16810" y="12990"/>
                      </a:moveTo>
                      <a:lnTo>
                        <a:pt x="17601" y="12990"/>
                      </a:lnTo>
                      <a:lnTo>
                        <a:pt x="17601" y="13611"/>
                      </a:lnTo>
                      <a:lnTo>
                        <a:pt x="16810" y="13611"/>
                      </a:lnTo>
                      <a:lnTo>
                        <a:pt x="16810" y="12990"/>
                      </a:lnTo>
                      <a:close/>
                      <a:moveTo>
                        <a:pt x="18424" y="12990"/>
                      </a:moveTo>
                      <a:lnTo>
                        <a:pt x="19183" y="12990"/>
                      </a:lnTo>
                      <a:lnTo>
                        <a:pt x="19183" y="13611"/>
                      </a:lnTo>
                      <a:lnTo>
                        <a:pt x="18424" y="13611"/>
                      </a:lnTo>
                      <a:lnTo>
                        <a:pt x="18424" y="12990"/>
                      </a:lnTo>
                      <a:close/>
                      <a:moveTo>
                        <a:pt x="19985" y="12990"/>
                      </a:moveTo>
                      <a:lnTo>
                        <a:pt x="20885" y="12990"/>
                      </a:lnTo>
                      <a:lnTo>
                        <a:pt x="20885" y="13611"/>
                      </a:lnTo>
                      <a:lnTo>
                        <a:pt x="19985" y="13611"/>
                      </a:lnTo>
                      <a:lnTo>
                        <a:pt x="19985" y="12990"/>
                      </a:lnTo>
                      <a:close/>
                      <a:moveTo>
                        <a:pt x="6665" y="13315"/>
                      </a:moveTo>
                      <a:lnTo>
                        <a:pt x="7695" y="13315"/>
                      </a:lnTo>
                      <a:lnTo>
                        <a:pt x="7695" y="14018"/>
                      </a:lnTo>
                      <a:lnTo>
                        <a:pt x="6665" y="14018"/>
                      </a:lnTo>
                      <a:lnTo>
                        <a:pt x="6665" y="13315"/>
                      </a:lnTo>
                      <a:close/>
                      <a:moveTo>
                        <a:pt x="8594" y="13315"/>
                      </a:moveTo>
                      <a:lnTo>
                        <a:pt x="9613" y="13315"/>
                      </a:lnTo>
                      <a:lnTo>
                        <a:pt x="9613" y="14018"/>
                      </a:lnTo>
                      <a:lnTo>
                        <a:pt x="8594" y="14018"/>
                      </a:lnTo>
                      <a:lnTo>
                        <a:pt x="8594" y="13315"/>
                      </a:lnTo>
                      <a:close/>
                      <a:moveTo>
                        <a:pt x="15097" y="14255"/>
                      </a:moveTo>
                      <a:lnTo>
                        <a:pt x="16008" y="14255"/>
                      </a:lnTo>
                      <a:lnTo>
                        <a:pt x="16008" y="14883"/>
                      </a:lnTo>
                      <a:lnTo>
                        <a:pt x="15097" y="14883"/>
                      </a:lnTo>
                      <a:lnTo>
                        <a:pt x="15097" y="14255"/>
                      </a:lnTo>
                      <a:close/>
                      <a:moveTo>
                        <a:pt x="16810" y="14255"/>
                      </a:moveTo>
                      <a:lnTo>
                        <a:pt x="17601" y="14255"/>
                      </a:lnTo>
                      <a:lnTo>
                        <a:pt x="17601" y="14883"/>
                      </a:lnTo>
                      <a:lnTo>
                        <a:pt x="16810" y="14883"/>
                      </a:lnTo>
                      <a:lnTo>
                        <a:pt x="16810" y="14255"/>
                      </a:lnTo>
                      <a:close/>
                      <a:moveTo>
                        <a:pt x="18424" y="14255"/>
                      </a:moveTo>
                      <a:lnTo>
                        <a:pt x="19183" y="14255"/>
                      </a:lnTo>
                      <a:lnTo>
                        <a:pt x="19183" y="14883"/>
                      </a:lnTo>
                      <a:lnTo>
                        <a:pt x="18424" y="14883"/>
                      </a:lnTo>
                      <a:lnTo>
                        <a:pt x="18424" y="14255"/>
                      </a:lnTo>
                      <a:close/>
                      <a:moveTo>
                        <a:pt x="19985" y="14255"/>
                      </a:moveTo>
                      <a:lnTo>
                        <a:pt x="20885" y="14255"/>
                      </a:lnTo>
                      <a:lnTo>
                        <a:pt x="20885" y="14883"/>
                      </a:lnTo>
                      <a:lnTo>
                        <a:pt x="19985" y="14883"/>
                      </a:lnTo>
                      <a:lnTo>
                        <a:pt x="19985" y="14255"/>
                      </a:lnTo>
                      <a:close/>
                      <a:moveTo>
                        <a:pt x="6665" y="14750"/>
                      </a:moveTo>
                      <a:lnTo>
                        <a:pt x="7695" y="14750"/>
                      </a:lnTo>
                      <a:lnTo>
                        <a:pt x="7695" y="15445"/>
                      </a:lnTo>
                      <a:lnTo>
                        <a:pt x="6665" y="15445"/>
                      </a:lnTo>
                      <a:lnTo>
                        <a:pt x="6665" y="14750"/>
                      </a:lnTo>
                      <a:close/>
                      <a:moveTo>
                        <a:pt x="8594" y="14750"/>
                      </a:moveTo>
                      <a:lnTo>
                        <a:pt x="9613" y="14750"/>
                      </a:lnTo>
                      <a:lnTo>
                        <a:pt x="9613" y="15445"/>
                      </a:lnTo>
                      <a:lnTo>
                        <a:pt x="8594" y="15445"/>
                      </a:lnTo>
                      <a:lnTo>
                        <a:pt x="8594" y="14750"/>
                      </a:lnTo>
                      <a:close/>
                      <a:moveTo>
                        <a:pt x="15097" y="15527"/>
                      </a:moveTo>
                      <a:lnTo>
                        <a:pt x="16008" y="15527"/>
                      </a:lnTo>
                      <a:lnTo>
                        <a:pt x="16008" y="16148"/>
                      </a:lnTo>
                      <a:lnTo>
                        <a:pt x="15097" y="16148"/>
                      </a:lnTo>
                      <a:lnTo>
                        <a:pt x="15097" y="15527"/>
                      </a:lnTo>
                      <a:close/>
                      <a:moveTo>
                        <a:pt x="16810" y="15527"/>
                      </a:moveTo>
                      <a:lnTo>
                        <a:pt x="17601" y="15527"/>
                      </a:lnTo>
                      <a:lnTo>
                        <a:pt x="17601" y="16148"/>
                      </a:lnTo>
                      <a:lnTo>
                        <a:pt x="16810" y="16148"/>
                      </a:lnTo>
                      <a:lnTo>
                        <a:pt x="16810" y="15527"/>
                      </a:lnTo>
                      <a:close/>
                      <a:moveTo>
                        <a:pt x="18424" y="15527"/>
                      </a:moveTo>
                      <a:lnTo>
                        <a:pt x="19183" y="15527"/>
                      </a:lnTo>
                      <a:lnTo>
                        <a:pt x="19183" y="16148"/>
                      </a:lnTo>
                      <a:lnTo>
                        <a:pt x="18424" y="16148"/>
                      </a:lnTo>
                      <a:lnTo>
                        <a:pt x="18424" y="15527"/>
                      </a:lnTo>
                      <a:close/>
                      <a:moveTo>
                        <a:pt x="19985" y="15527"/>
                      </a:moveTo>
                      <a:lnTo>
                        <a:pt x="20885" y="15527"/>
                      </a:lnTo>
                      <a:lnTo>
                        <a:pt x="20885" y="16148"/>
                      </a:lnTo>
                      <a:lnTo>
                        <a:pt x="19985" y="16148"/>
                      </a:lnTo>
                      <a:lnTo>
                        <a:pt x="19985" y="15527"/>
                      </a:lnTo>
                      <a:close/>
                      <a:moveTo>
                        <a:pt x="6665" y="16178"/>
                      </a:moveTo>
                      <a:lnTo>
                        <a:pt x="7695" y="16178"/>
                      </a:lnTo>
                      <a:lnTo>
                        <a:pt x="7695" y="16873"/>
                      </a:lnTo>
                      <a:lnTo>
                        <a:pt x="6665" y="16873"/>
                      </a:lnTo>
                      <a:lnTo>
                        <a:pt x="6665" y="16178"/>
                      </a:lnTo>
                      <a:close/>
                      <a:moveTo>
                        <a:pt x="8594" y="16178"/>
                      </a:moveTo>
                      <a:lnTo>
                        <a:pt x="9613" y="16178"/>
                      </a:lnTo>
                      <a:lnTo>
                        <a:pt x="9613" y="16873"/>
                      </a:lnTo>
                      <a:lnTo>
                        <a:pt x="8594" y="16873"/>
                      </a:lnTo>
                      <a:lnTo>
                        <a:pt x="8594" y="16178"/>
                      </a:lnTo>
                      <a:close/>
                      <a:moveTo>
                        <a:pt x="15097" y="16792"/>
                      </a:moveTo>
                      <a:lnTo>
                        <a:pt x="16008" y="16792"/>
                      </a:lnTo>
                      <a:lnTo>
                        <a:pt x="16008" y="17413"/>
                      </a:lnTo>
                      <a:lnTo>
                        <a:pt x="15097" y="17413"/>
                      </a:lnTo>
                      <a:lnTo>
                        <a:pt x="15097" y="16792"/>
                      </a:lnTo>
                      <a:close/>
                      <a:moveTo>
                        <a:pt x="16810" y="16792"/>
                      </a:moveTo>
                      <a:lnTo>
                        <a:pt x="17601" y="16792"/>
                      </a:lnTo>
                      <a:lnTo>
                        <a:pt x="17601" y="17413"/>
                      </a:lnTo>
                      <a:lnTo>
                        <a:pt x="16810" y="17413"/>
                      </a:lnTo>
                      <a:lnTo>
                        <a:pt x="16810" y="16792"/>
                      </a:lnTo>
                      <a:close/>
                      <a:moveTo>
                        <a:pt x="18424" y="16792"/>
                      </a:moveTo>
                      <a:lnTo>
                        <a:pt x="19183" y="16792"/>
                      </a:lnTo>
                      <a:lnTo>
                        <a:pt x="19183" y="17413"/>
                      </a:lnTo>
                      <a:lnTo>
                        <a:pt x="18424" y="17413"/>
                      </a:lnTo>
                      <a:lnTo>
                        <a:pt x="18424" y="16792"/>
                      </a:lnTo>
                      <a:close/>
                      <a:moveTo>
                        <a:pt x="19985" y="16792"/>
                      </a:moveTo>
                      <a:lnTo>
                        <a:pt x="20885" y="16792"/>
                      </a:lnTo>
                      <a:lnTo>
                        <a:pt x="20885" y="17413"/>
                      </a:lnTo>
                      <a:lnTo>
                        <a:pt x="19985" y="17413"/>
                      </a:lnTo>
                      <a:lnTo>
                        <a:pt x="19985" y="16792"/>
                      </a:lnTo>
                      <a:close/>
                      <a:moveTo>
                        <a:pt x="6665" y="17605"/>
                      </a:moveTo>
                      <a:lnTo>
                        <a:pt x="7695" y="17605"/>
                      </a:lnTo>
                      <a:lnTo>
                        <a:pt x="7695" y="18301"/>
                      </a:lnTo>
                      <a:lnTo>
                        <a:pt x="6665" y="18301"/>
                      </a:lnTo>
                      <a:lnTo>
                        <a:pt x="6665" y="17605"/>
                      </a:lnTo>
                      <a:close/>
                      <a:moveTo>
                        <a:pt x="8594" y="17605"/>
                      </a:moveTo>
                      <a:lnTo>
                        <a:pt x="9613" y="17605"/>
                      </a:lnTo>
                      <a:lnTo>
                        <a:pt x="9613" y="18301"/>
                      </a:lnTo>
                      <a:lnTo>
                        <a:pt x="8594" y="18301"/>
                      </a:lnTo>
                      <a:lnTo>
                        <a:pt x="8594" y="17605"/>
                      </a:lnTo>
                      <a:close/>
                      <a:moveTo>
                        <a:pt x="15097" y="18064"/>
                      </a:moveTo>
                      <a:lnTo>
                        <a:pt x="16008" y="18064"/>
                      </a:lnTo>
                      <a:lnTo>
                        <a:pt x="16008" y="18678"/>
                      </a:lnTo>
                      <a:lnTo>
                        <a:pt x="15097" y="18678"/>
                      </a:lnTo>
                      <a:lnTo>
                        <a:pt x="15097" y="18064"/>
                      </a:lnTo>
                      <a:close/>
                      <a:moveTo>
                        <a:pt x="16810" y="18064"/>
                      </a:moveTo>
                      <a:lnTo>
                        <a:pt x="17601" y="18064"/>
                      </a:lnTo>
                      <a:lnTo>
                        <a:pt x="17601" y="18678"/>
                      </a:lnTo>
                      <a:lnTo>
                        <a:pt x="16810" y="18678"/>
                      </a:lnTo>
                      <a:lnTo>
                        <a:pt x="16810" y="18064"/>
                      </a:lnTo>
                      <a:close/>
                      <a:moveTo>
                        <a:pt x="18424" y="18064"/>
                      </a:moveTo>
                      <a:lnTo>
                        <a:pt x="19183" y="18064"/>
                      </a:lnTo>
                      <a:lnTo>
                        <a:pt x="19183" y="18678"/>
                      </a:lnTo>
                      <a:lnTo>
                        <a:pt x="18424" y="18678"/>
                      </a:lnTo>
                      <a:lnTo>
                        <a:pt x="18424" y="18064"/>
                      </a:lnTo>
                      <a:close/>
                      <a:moveTo>
                        <a:pt x="19985" y="18064"/>
                      </a:moveTo>
                      <a:lnTo>
                        <a:pt x="20885" y="18064"/>
                      </a:lnTo>
                      <a:lnTo>
                        <a:pt x="20885" y="18678"/>
                      </a:lnTo>
                      <a:lnTo>
                        <a:pt x="19985" y="18678"/>
                      </a:lnTo>
                      <a:lnTo>
                        <a:pt x="19985" y="18064"/>
                      </a:lnTo>
                      <a:close/>
                      <a:moveTo>
                        <a:pt x="6665" y="19033"/>
                      </a:moveTo>
                      <a:lnTo>
                        <a:pt x="7695" y="19033"/>
                      </a:lnTo>
                      <a:lnTo>
                        <a:pt x="7695" y="19736"/>
                      </a:lnTo>
                      <a:lnTo>
                        <a:pt x="6665" y="19736"/>
                      </a:lnTo>
                      <a:lnTo>
                        <a:pt x="6665" y="19033"/>
                      </a:lnTo>
                      <a:close/>
                      <a:moveTo>
                        <a:pt x="8594" y="19033"/>
                      </a:moveTo>
                      <a:lnTo>
                        <a:pt x="9613" y="19033"/>
                      </a:lnTo>
                      <a:lnTo>
                        <a:pt x="9613" y="19736"/>
                      </a:lnTo>
                      <a:lnTo>
                        <a:pt x="8594" y="19736"/>
                      </a:lnTo>
                      <a:lnTo>
                        <a:pt x="8594" y="19033"/>
                      </a:lnTo>
                      <a:close/>
                      <a:moveTo>
                        <a:pt x="15097" y="19329"/>
                      </a:moveTo>
                      <a:lnTo>
                        <a:pt x="16008" y="19329"/>
                      </a:lnTo>
                      <a:lnTo>
                        <a:pt x="16008" y="19950"/>
                      </a:lnTo>
                      <a:lnTo>
                        <a:pt x="15097" y="19950"/>
                      </a:lnTo>
                      <a:lnTo>
                        <a:pt x="15097" y="19329"/>
                      </a:lnTo>
                      <a:close/>
                      <a:moveTo>
                        <a:pt x="16810" y="19329"/>
                      </a:moveTo>
                      <a:lnTo>
                        <a:pt x="17601" y="19329"/>
                      </a:lnTo>
                      <a:lnTo>
                        <a:pt x="17601" y="19950"/>
                      </a:lnTo>
                      <a:lnTo>
                        <a:pt x="16810" y="19950"/>
                      </a:lnTo>
                      <a:lnTo>
                        <a:pt x="16810" y="19329"/>
                      </a:lnTo>
                      <a:close/>
                      <a:moveTo>
                        <a:pt x="18424" y="19329"/>
                      </a:moveTo>
                      <a:lnTo>
                        <a:pt x="19183" y="19329"/>
                      </a:lnTo>
                      <a:lnTo>
                        <a:pt x="19183" y="19950"/>
                      </a:lnTo>
                      <a:lnTo>
                        <a:pt x="18424" y="19950"/>
                      </a:lnTo>
                      <a:lnTo>
                        <a:pt x="18424" y="19329"/>
                      </a:lnTo>
                      <a:close/>
                      <a:moveTo>
                        <a:pt x="19985" y="19329"/>
                      </a:moveTo>
                      <a:lnTo>
                        <a:pt x="20885" y="19329"/>
                      </a:lnTo>
                      <a:lnTo>
                        <a:pt x="20885" y="19950"/>
                      </a:lnTo>
                      <a:lnTo>
                        <a:pt x="19985" y="19950"/>
                      </a:lnTo>
                      <a:lnTo>
                        <a:pt x="19985" y="19329"/>
                      </a:lnTo>
                      <a:close/>
                      <a:moveTo>
                        <a:pt x="6665" y="20468"/>
                      </a:moveTo>
                      <a:lnTo>
                        <a:pt x="7695" y="20468"/>
                      </a:lnTo>
                      <a:lnTo>
                        <a:pt x="7695" y="21171"/>
                      </a:lnTo>
                      <a:lnTo>
                        <a:pt x="6665" y="21171"/>
                      </a:lnTo>
                      <a:lnTo>
                        <a:pt x="6665" y="20468"/>
                      </a:lnTo>
                      <a:close/>
                      <a:moveTo>
                        <a:pt x="8594" y="20468"/>
                      </a:moveTo>
                      <a:lnTo>
                        <a:pt x="9613" y="20468"/>
                      </a:lnTo>
                      <a:lnTo>
                        <a:pt x="9613" y="21171"/>
                      </a:lnTo>
                      <a:lnTo>
                        <a:pt x="8594" y="21171"/>
                      </a:lnTo>
                      <a:lnTo>
                        <a:pt x="8594" y="20468"/>
                      </a:lnTo>
                      <a:close/>
                      <a:moveTo>
                        <a:pt x="15097" y="20594"/>
                      </a:moveTo>
                      <a:lnTo>
                        <a:pt x="16008" y="20594"/>
                      </a:lnTo>
                      <a:lnTo>
                        <a:pt x="16008" y="21215"/>
                      </a:lnTo>
                      <a:lnTo>
                        <a:pt x="15097" y="21215"/>
                      </a:lnTo>
                      <a:lnTo>
                        <a:pt x="15097" y="20594"/>
                      </a:lnTo>
                      <a:close/>
                      <a:moveTo>
                        <a:pt x="16810" y="20594"/>
                      </a:moveTo>
                      <a:lnTo>
                        <a:pt x="17601" y="20594"/>
                      </a:lnTo>
                      <a:lnTo>
                        <a:pt x="17601" y="21215"/>
                      </a:lnTo>
                      <a:lnTo>
                        <a:pt x="16810" y="21215"/>
                      </a:lnTo>
                      <a:lnTo>
                        <a:pt x="16810" y="20594"/>
                      </a:lnTo>
                      <a:close/>
                      <a:moveTo>
                        <a:pt x="18424" y="20594"/>
                      </a:moveTo>
                      <a:lnTo>
                        <a:pt x="19183" y="20594"/>
                      </a:lnTo>
                      <a:lnTo>
                        <a:pt x="19183" y="21215"/>
                      </a:lnTo>
                      <a:lnTo>
                        <a:pt x="18424" y="21215"/>
                      </a:lnTo>
                      <a:lnTo>
                        <a:pt x="18424" y="20594"/>
                      </a:lnTo>
                      <a:close/>
                      <a:moveTo>
                        <a:pt x="19985" y="20594"/>
                      </a:moveTo>
                      <a:lnTo>
                        <a:pt x="20885" y="20594"/>
                      </a:lnTo>
                      <a:lnTo>
                        <a:pt x="20885" y="21215"/>
                      </a:lnTo>
                      <a:lnTo>
                        <a:pt x="19985" y="21215"/>
                      </a:lnTo>
                      <a:lnTo>
                        <a:pt x="19985" y="20594"/>
                      </a:lnTo>
                      <a:close/>
                    </a:path>
                  </a:pathLst>
                </a:custGeom>
                <a:solidFill>
                  <a:schemeClr val="tx2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29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8" name="Shape 63501">
                  <a:extLst>
                    <a:ext uri="{FF2B5EF4-FFF2-40B4-BE49-F238E27FC236}">
                      <a16:creationId xmlns:a16="http://schemas.microsoft.com/office/drawing/2014/main" id="{B578D2AD-6FEC-9445-AC99-019977158D3C}"/>
                    </a:ext>
                  </a:extLst>
                </p:cNvPr>
                <p:cNvSpPr/>
                <p:nvPr/>
              </p:nvSpPr>
              <p:spPr>
                <a:xfrm rot="1800000">
                  <a:off x="2612165" y="649551"/>
                  <a:ext cx="629695" cy="78817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543" y="0"/>
                      </a:moveTo>
                      <a:lnTo>
                        <a:pt x="10543" y="21600"/>
                      </a:lnTo>
                      <a:lnTo>
                        <a:pt x="14229" y="21600"/>
                      </a:lnTo>
                      <a:lnTo>
                        <a:pt x="14229" y="0"/>
                      </a:lnTo>
                      <a:lnTo>
                        <a:pt x="10543" y="0"/>
                      </a:lnTo>
                      <a:close/>
                      <a:moveTo>
                        <a:pt x="14821" y="4206"/>
                      </a:moveTo>
                      <a:lnTo>
                        <a:pt x="14821" y="10800"/>
                      </a:lnTo>
                      <a:lnTo>
                        <a:pt x="19665" y="10800"/>
                      </a:lnTo>
                      <a:lnTo>
                        <a:pt x="19665" y="4206"/>
                      </a:lnTo>
                      <a:lnTo>
                        <a:pt x="14821" y="4206"/>
                      </a:lnTo>
                      <a:close/>
                      <a:moveTo>
                        <a:pt x="0" y="4932"/>
                      </a:moveTo>
                      <a:lnTo>
                        <a:pt x="0" y="21600"/>
                      </a:lnTo>
                      <a:lnTo>
                        <a:pt x="4410" y="21600"/>
                      </a:lnTo>
                      <a:lnTo>
                        <a:pt x="5555" y="21600"/>
                      </a:lnTo>
                      <a:lnTo>
                        <a:pt x="9951" y="21600"/>
                      </a:lnTo>
                      <a:lnTo>
                        <a:pt x="9951" y="4932"/>
                      </a:lnTo>
                      <a:lnTo>
                        <a:pt x="5555" y="4932"/>
                      </a:lnTo>
                      <a:lnTo>
                        <a:pt x="4410" y="4932"/>
                      </a:lnTo>
                      <a:lnTo>
                        <a:pt x="0" y="4932"/>
                      </a:lnTo>
                      <a:close/>
                      <a:moveTo>
                        <a:pt x="948" y="5563"/>
                      </a:moveTo>
                      <a:lnTo>
                        <a:pt x="2198" y="5563"/>
                      </a:lnTo>
                      <a:lnTo>
                        <a:pt x="2198" y="6573"/>
                      </a:lnTo>
                      <a:lnTo>
                        <a:pt x="948" y="6573"/>
                      </a:lnTo>
                      <a:lnTo>
                        <a:pt x="948" y="5563"/>
                      </a:lnTo>
                      <a:close/>
                      <a:moveTo>
                        <a:pt x="3304" y="5563"/>
                      </a:moveTo>
                      <a:lnTo>
                        <a:pt x="4410" y="5563"/>
                      </a:lnTo>
                      <a:lnTo>
                        <a:pt x="4410" y="6573"/>
                      </a:lnTo>
                      <a:lnTo>
                        <a:pt x="3304" y="6573"/>
                      </a:lnTo>
                      <a:lnTo>
                        <a:pt x="3304" y="5563"/>
                      </a:lnTo>
                      <a:close/>
                      <a:moveTo>
                        <a:pt x="5555" y="5563"/>
                      </a:moveTo>
                      <a:lnTo>
                        <a:pt x="6608" y="5563"/>
                      </a:lnTo>
                      <a:lnTo>
                        <a:pt x="6608" y="6573"/>
                      </a:lnTo>
                      <a:lnTo>
                        <a:pt x="5555" y="6573"/>
                      </a:lnTo>
                      <a:lnTo>
                        <a:pt x="5555" y="5563"/>
                      </a:lnTo>
                      <a:close/>
                      <a:moveTo>
                        <a:pt x="7713" y="5563"/>
                      </a:moveTo>
                      <a:lnTo>
                        <a:pt x="8977" y="5563"/>
                      </a:lnTo>
                      <a:lnTo>
                        <a:pt x="8977" y="6573"/>
                      </a:lnTo>
                      <a:lnTo>
                        <a:pt x="7713" y="6573"/>
                      </a:lnTo>
                      <a:lnTo>
                        <a:pt x="7713" y="5563"/>
                      </a:lnTo>
                      <a:close/>
                      <a:moveTo>
                        <a:pt x="948" y="7614"/>
                      </a:moveTo>
                      <a:lnTo>
                        <a:pt x="2198" y="7614"/>
                      </a:lnTo>
                      <a:lnTo>
                        <a:pt x="2198" y="8623"/>
                      </a:lnTo>
                      <a:lnTo>
                        <a:pt x="948" y="8623"/>
                      </a:lnTo>
                      <a:lnTo>
                        <a:pt x="948" y="7614"/>
                      </a:lnTo>
                      <a:close/>
                      <a:moveTo>
                        <a:pt x="3304" y="7614"/>
                      </a:moveTo>
                      <a:lnTo>
                        <a:pt x="4410" y="7614"/>
                      </a:lnTo>
                      <a:lnTo>
                        <a:pt x="4410" y="8623"/>
                      </a:lnTo>
                      <a:lnTo>
                        <a:pt x="3304" y="8623"/>
                      </a:lnTo>
                      <a:lnTo>
                        <a:pt x="3304" y="7614"/>
                      </a:lnTo>
                      <a:close/>
                      <a:moveTo>
                        <a:pt x="5555" y="7614"/>
                      </a:moveTo>
                      <a:lnTo>
                        <a:pt x="6608" y="7614"/>
                      </a:lnTo>
                      <a:lnTo>
                        <a:pt x="6608" y="8623"/>
                      </a:lnTo>
                      <a:lnTo>
                        <a:pt x="5555" y="8623"/>
                      </a:lnTo>
                      <a:lnTo>
                        <a:pt x="5555" y="7614"/>
                      </a:lnTo>
                      <a:close/>
                      <a:moveTo>
                        <a:pt x="7713" y="7614"/>
                      </a:moveTo>
                      <a:lnTo>
                        <a:pt x="8977" y="7614"/>
                      </a:lnTo>
                      <a:lnTo>
                        <a:pt x="8977" y="8623"/>
                      </a:lnTo>
                      <a:lnTo>
                        <a:pt x="7713" y="8623"/>
                      </a:lnTo>
                      <a:lnTo>
                        <a:pt x="7713" y="7614"/>
                      </a:lnTo>
                      <a:close/>
                      <a:moveTo>
                        <a:pt x="14821" y="11263"/>
                      </a:moveTo>
                      <a:lnTo>
                        <a:pt x="14821" y="21600"/>
                      </a:lnTo>
                      <a:lnTo>
                        <a:pt x="21600" y="21600"/>
                      </a:lnTo>
                      <a:lnTo>
                        <a:pt x="21600" y="11263"/>
                      </a:lnTo>
                      <a:lnTo>
                        <a:pt x="14821" y="11263"/>
                      </a:lnTo>
                      <a:close/>
                      <a:moveTo>
                        <a:pt x="16006" y="12125"/>
                      </a:moveTo>
                      <a:lnTo>
                        <a:pt x="17533" y="12125"/>
                      </a:lnTo>
                      <a:lnTo>
                        <a:pt x="17533" y="13345"/>
                      </a:lnTo>
                      <a:lnTo>
                        <a:pt x="16006" y="13345"/>
                      </a:lnTo>
                      <a:lnTo>
                        <a:pt x="16006" y="12125"/>
                      </a:lnTo>
                      <a:close/>
                      <a:moveTo>
                        <a:pt x="18875" y="12125"/>
                      </a:moveTo>
                      <a:lnTo>
                        <a:pt x="20402" y="12125"/>
                      </a:lnTo>
                      <a:lnTo>
                        <a:pt x="20402" y="13345"/>
                      </a:lnTo>
                      <a:lnTo>
                        <a:pt x="18875" y="13345"/>
                      </a:lnTo>
                      <a:lnTo>
                        <a:pt x="18875" y="12125"/>
                      </a:lnTo>
                      <a:close/>
                      <a:moveTo>
                        <a:pt x="16006" y="14617"/>
                      </a:moveTo>
                      <a:lnTo>
                        <a:pt x="17533" y="14617"/>
                      </a:lnTo>
                      <a:lnTo>
                        <a:pt x="17533" y="15848"/>
                      </a:lnTo>
                      <a:lnTo>
                        <a:pt x="16006" y="15848"/>
                      </a:lnTo>
                      <a:lnTo>
                        <a:pt x="16006" y="14617"/>
                      </a:lnTo>
                      <a:close/>
                      <a:moveTo>
                        <a:pt x="18875" y="14617"/>
                      </a:moveTo>
                      <a:lnTo>
                        <a:pt x="20402" y="14617"/>
                      </a:lnTo>
                      <a:lnTo>
                        <a:pt x="20402" y="15848"/>
                      </a:lnTo>
                      <a:lnTo>
                        <a:pt x="18875" y="15848"/>
                      </a:lnTo>
                      <a:lnTo>
                        <a:pt x="18875" y="14617"/>
                      </a:lnTo>
                      <a:close/>
                      <a:moveTo>
                        <a:pt x="16006" y="17120"/>
                      </a:moveTo>
                      <a:lnTo>
                        <a:pt x="17533" y="17120"/>
                      </a:lnTo>
                      <a:lnTo>
                        <a:pt x="17533" y="18351"/>
                      </a:lnTo>
                      <a:lnTo>
                        <a:pt x="16006" y="18351"/>
                      </a:lnTo>
                      <a:lnTo>
                        <a:pt x="16006" y="17120"/>
                      </a:lnTo>
                      <a:close/>
                      <a:moveTo>
                        <a:pt x="18875" y="17120"/>
                      </a:moveTo>
                      <a:lnTo>
                        <a:pt x="20402" y="17120"/>
                      </a:lnTo>
                      <a:lnTo>
                        <a:pt x="20402" y="18351"/>
                      </a:lnTo>
                      <a:lnTo>
                        <a:pt x="18875" y="18351"/>
                      </a:lnTo>
                      <a:lnTo>
                        <a:pt x="18875" y="17120"/>
                      </a:lnTo>
                      <a:close/>
                      <a:moveTo>
                        <a:pt x="16006" y="19623"/>
                      </a:moveTo>
                      <a:lnTo>
                        <a:pt x="17533" y="19623"/>
                      </a:lnTo>
                      <a:lnTo>
                        <a:pt x="17533" y="20843"/>
                      </a:lnTo>
                      <a:lnTo>
                        <a:pt x="16006" y="20843"/>
                      </a:lnTo>
                      <a:lnTo>
                        <a:pt x="16006" y="19623"/>
                      </a:lnTo>
                      <a:close/>
                      <a:moveTo>
                        <a:pt x="18875" y="19623"/>
                      </a:moveTo>
                      <a:lnTo>
                        <a:pt x="20402" y="19623"/>
                      </a:lnTo>
                      <a:lnTo>
                        <a:pt x="20402" y="20843"/>
                      </a:lnTo>
                      <a:lnTo>
                        <a:pt x="18875" y="20843"/>
                      </a:lnTo>
                      <a:lnTo>
                        <a:pt x="18875" y="19623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2963" dirty="0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23" name="Group 63505">
                <a:extLst>
                  <a:ext uri="{FF2B5EF4-FFF2-40B4-BE49-F238E27FC236}">
                    <a16:creationId xmlns:a16="http://schemas.microsoft.com/office/drawing/2014/main" id="{8C756D80-DD50-1D44-B746-78FC7703F99F}"/>
                  </a:ext>
                </a:extLst>
              </p:cNvPr>
              <p:cNvGrpSpPr/>
              <p:nvPr/>
            </p:nvGrpSpPr>
            <p:grpSpPr>
              <a:xfrm>
                <a:off x="310187" y="1055901"/>
                <a:ext cx="3077511" cy="3072829"/>
                <a:chOff x="0" y="0"/>
                <a:chExt cx="3077509" cy="3072828"/>
              </a:xfrm>
            </p:grpSpPr>
            <p:sp>
              <p:nvSpPr>
                <p:cNvPr id="24" name="Shape 63503">
                  <a:extLst>
                    <a:ext uri="{FF2B5EF4-FFF2-40B4-BE49-F238E27FC236}">
                      <a16:creationId xmlns:a16="http://schemas.microsoft.com/office/drawing/2014/main" id="{3D60A50C-9F14-C24C-AE61-B952B52B8CE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3069807" cy="3072828"/>
                </a:xfrm>
                <a:prstGeom prst="ellipse">
                  <a:avLst/>
                </a:prstGeom>
                <a:solidFill>
                  <a:schemeClr val="tx2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31335" tIns="31335" rIns="31335" bIns="31335" numCol="1" anchor="ctr">
                  <a:noAutofit/>
                </a:bodyPr>
                <a:lstStyle/>
                <a:p>
                  <a:pPr>
                    <a:defRPr>
                      <a:solidFill>
                        <a:srgbClr val="4C4C4C"/>
                      </a:solidFill>
                    </a:defRPr>
                  </a:pPr>
                  <a:endParaRPr sz="29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5" name="Shape 63504">
                  <a:extLst>
                    <a:ext uri="{FF2B5EF4-FFF2-40B4-BE49-F238E27FC236}">
                      <a16:creationId xmlns:a16="http://schemas.microsoft.com/office/drawing/2014/main" id="{783DEDA7-80B4-004D-A5C3-8EA2BA6C5B07}"/>
                    </a:ext>
                  </a:extLst>
                </p:cNvPr>
                <p:cNvSpPr/>
                <p:nvPr/>
              </p:nvSpPr>
              <p:spPr>
                <a:xfrm>
                  <a:off x="609567" y="27707"/>
                  <a:ext cx="2467942" cy="287298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53" h="21589" extrusionOk="0">
                      <a:moveTo>
                        <a:pt x="10732" y="10893"/>
                      </a:moveTo>
                      <a:cubicBezTo>
                        <a:pt x="10794" y="10887"/>
                        <a:pt x="10623" y="10842"/>
                        <a:pt x="10413" y="10800"/>
                      </a:cubicBezTo>
                      <a:cubicBezTo>
                        <a:pt x="10203" y="10757"/>
                        <a:pt x="9955" y="10718"/>
                        <a:pt x="9863" y="10724"/>
                      </a:cubicBezTo>
                      <a:cubicBezTo>
                        <a:pt x="9903" y="10753"/>
                        <a:pt x="9939" y="10786"/>
                        <a:pt x="9971" y="10821"/>
                      </a:cubicBezTo>
                      <a:cubicBezTo>
                        <a:pt x="10002" y="10857"/>
                        <a:pt x="10030" y="10895"/>
                        <a:pt x="10052" y="10935"/>
                      </a:cubicBezTo>
                      <a:cubicBezTo>
                        <a:pt x="9988" y="10970"/>
                        <a:pt x="9911" y="10964"/>
                        <a:pt x="9834" y="10953"/>
                      </a:cubicBezTo>
                      <a:cubicBezTo>
                        <a:pt x="9756" y="10942"/>
                        <a:pt x="9677" y="10927"/>
                        <a:pt x="9608" y="10943"/>
                      </a:cubicBezTo>
                      <a:cubicBezTo>
                        <a:pt x="9629" y="11075"/>
                        <a:pt x="9909" y="11050"/>
                        <a:pt x="10184" y="10998"/>
                      </a:cubicBezTo>
                      <a:cubicBezTo>
                        <a:pt x="10459" y="10946"/>
                        <a:pt x="10730" y="10868"/>
                        <a:pt x="10732" y="10893"/>
                      </a:cubicBezTo>
                      <a:cubicBezTo>
                        <a:pt x="10854" y="10881"/>
                        <a:pt x="10854" y="10880"/>
                        <a:pt x="10823" y="10883"/>
                      </a:cubicBezTo>
                      <a:cubicBezTo>
                        <a:pt x="10793" y="10885"/>
                        <a:pt x="10732" y="10891"/>
                        <a:pt x="10732" y="10893"/>
                      </a:cubicBezTo>
                      <a:close/>
                      <a:moveTo>
                        <a:pt x="9589" y="10652"/>
                      </a:moveTo>
                      <a:cubicBezTo>
                        <a:pt x="9462" y="10414"/>
                        <a:pt x="8791" y="10337"/>
                        <a:pt x="8541" y="10298"/>
                      </a:cubicBezTo>
                      <a:cubicBezTo>
                        <a:pt x="8428" y="10280"/>
                        <a:pt x="7349" y="10154"/>
                        <a:pt x="7560" y="10427"/>
                      </a:cubicBezTo>
                      <a:cubicBezTo>
                        <a:pt x="7658" y="10411"/>
                        <a:pt x="7790" y="10338"/>
                        <a:pt x="7920" y="10296"/>
                      </a:cubicBezTo>
                      <a:cubicBezTo>
                        <a:pt x="8049" y="10254"/>
                        <a:pt x="8176" y="10243"/>
                        <a:pt x="8263" y="10351"/>
                      </a:cubicBezTo>
                      <a:cubicBezTo>
                        <a:pt x="8337" y="10424"/>
                        <a:pt x="8468" y="10486"/>
                        <a:pt x="8609" y="10534"/>
                      </a:cubicBezTo>
                      <a:cubicBezTo>
                        <a:pt x="8749" y="10581"/>
                        <a:pt x="8897" y="10615"/>
                        <a:pt x="9005" y="10631"/>
                      </a:cubicBezTo>
                      <a:cubicBezTo>
                        <a:pt x="9023" y="10722"/>
                        <a:pt x="8834" y="10819"/>
                        <a:pt x="9145" y="10761"/>
                      </a:cubicBezTo>
                      <a:cubicBezTo>
                        <a:pt x="9291" y="10733"/>
                        <a:pt x="9439" y="10661"/>
                        <a:pt x="9589" y="10652"/>
                      </a:cubicBezTo>
                      <a:cubicBezTo>
                        <a:pt x="9559" y="10596"/>
                        <a:pt x="9558" y="10596"/>
                        <a:pt x="9564" y="10610"/>
                      </a:cubicBezTo>
                      <a:cubicBezTo>
                        <a:pt x="9571" y="10624"/>
                        <a:pt x="9586" y="10653"/>
                        <a:pt x="9589" y="10652"/>
                      </a:cubicBezTo>
                      <a:close/>
                      <a:moveTo>
                        <a:pt x="2547" y="9958"/>
                      </a:moveTo>
                      <a:cubicBezTo>
                        <a:pt x="2251" y="9850"/>
                        <a:pt x="2237" y="9503"/>
                        <a:pt x="2204" y="9169"/>
                      </a:cubicBezTo>
                      <a:cubicBezTo>
                        <a:pt x="2172" y="8836"/>
                        <a:pt x="2120" y="8517"/>
                        <a:pt x="1748" y="8466"/>
                      </a:cubicBezTo>
                      <a:cubicBezTo>
                        <a:pt x="1721" y="8534"/>
                        <a:pt x="1855" y="8719"/>
                        <a:pt x="1938" y="8879"/>
                      </a:cubicBezTo>
                      <a:cubicBezTo>
                        <a:pt x="2022" y="9040"/>
                        <a:pt x="2054" y="9177"/>
                        <a:pt x="1826" y="9149"/>
                      </a:cubicBezTo>
                      <a:cubicBezTo>
                        <a:pt x="1822" y="9195"/>
                        <a:pt x="1981" y="9435"/>
                        <a:pt x="2148" y="9664"/>
                      </a:cubicBezTo>
                      <a:cubicBezTo>
                        <a:pt x="2315" y="9893"/>
                        <a:pt x="2491" y="10111"/>
                        <a:pt x="2521" y="10115"/>
                      </a:cubicBezTo>
                      <a:cubicBezTo>
                        <a:pt x="2524" y="10095"/>
                        <a:pt x="2530" y="10056"/>
                        <a:pt x="2536" y="10021"/>
                      </a:cubicBezTo>
                      <a:cubicBezTo>
                        <a:pt x="2541" y="9986"/>
                        <a:pt x="2546" y="9957"/>
                        <a:pt x="2547" y="9958"/>
                      </a:cubicBezTo>
                      <a:cubicBezTo>
                        <a:pt x="2320" y="9876"/>
                        <a:pt x="2322" y="9882"/>
                        <a:pt x="2379" y="9906"/>
                      </a:cubicBezTo>
                      <a:cubicBezTo>
                        <a:pt x="2436" y="9930"/>
                        <a:pt x="2549" y="9971"/>
                        <a:pt x="2547" y="9958"/>
                      </a:cubicBezTo>
                      <a:close/>
                      <a:moveTo>
                        <a:pt x="16437" y="15664"/>
                      </a:moveTo>
                      <a:cubicBezTo>
                        <a:pt x="16749" y="15093"/>
                        <a:pt x="17913" y="14164"/>
                        <a:pt x="16621" y="13904"/>
                      </a:cubicBezTo>
                      <a:cubicBezTo>
                        <a:pt x="16377" y="13855"/>
                        <a:pt x="15948" y="13952"/>
                        <a:pt x="15701" y="14006"/>
                      </a:cubicBezTo>
                      <a:cubicBezTo>
                        <a:pt x="15649" y="13878"/>
                        <a:pt x="15477" y="13717"/>
                        <a:pt x="15316" y="13758"/>
                      </a:cubicBezTo>
                      <a:cubicBezTo>
                        <a:pt x="15137" y="13802"/>
                        <a:pt x="14979" y="13932"/>
                        <a:pt x="14804" y="13968"/>
                      </a:cubicBezTo>
                      <a:cubicBezTo>
                        <a:pt x="14766" y="13968"/>
                        <a:pt x="14708" y="13957"/>
                        <a:pt x="14652" y="13946"/>
                      </a:cubicBezTo>
                      <a:cubicBezTo>
                        <a:pt x="14596" y="13936"/>
                        <a:pt x="14542" y="13926"/>
                        <a:pt x="14515" y="13932"/>
                      </a:cubicBezTo>
                      <a:cubicBezTo>
                        <a:pt x="14477" y="13941"/>
                        <a:pt x="14451" y="13990"/>
                        <a:pt x="14423" y="14037"/>
                      </a:cubicBezTo>
                      <a:cubicBezTo>
                        <a:pt x="14396" y="14084"/>
                        <a:pt x="14368" y="14131"/>
                        <a:pt x="14325" y="14137"/>
                      </a:cubicBezTo>
                      <a:cubicBezTo>
                        <a:pt x="14341" y="14071"/>
                        <a:pt x="14332" y="13946"/>
                        <a:pt x="14348" y="13834"/>
                      </a:cubicBezTo>
                      <a:cubicBezTo>
                        <a:pt x="14365" y="13722"/>
                        <a:pt x="14406" y="13622"/>
                        <a:pt x="14524" y="13607"/>
                      </a:cubicBezTo>
                      <a:cubicBezTo>
                        <a:pt x="14498" y="13687"/>
                        <a:pt x="14528" y="13691"/>
                        <a:pt x="14567" y="13660"/>
                      </a:cubicBezTo>
                      <a:cubicBezTo>
                        <a:pt x="14605" y="13629"/>
                        <a:pt x="14654" y="13565"/>
                        <a:pt x="14665" y="13510"/>
                      </a:cubicBezTo>
                      <a:cubicBezTo>
                        <a:pt x="14638" y="13511"/>
                        <a:pt x="14614" y="13517"/>
                        <a:pt x="14592" y="13528"/>
                      </a:cubicBezTo>
                      <a:cubicBezTo>
                        <a:pt x="14569" y="13538"/>
                        <a:pt x="14552" y="13553"/>
                        <a:pt x="14536" y="13573"/>
                      </a:cubicBezTo>
                      <a:cubicBezTo>
                        <a:pt x="14538" y="13566"/>
                        <a:pt x="14556" y="13519"/>
                        <a:pt x="14577" y="13470"/>
                      </a:cubicBezTo>
                      <a:cubicBezTo>
                        <a:pt x="14597" y="13422"/>
                        <a:pt x="14619" y="13372"/>
                        <a:pt x="14628" y="13363"/>
                      </a:cubicBezTo>
                      <a:cubicBezTo>
                        <a:pt x="14608" y="13347"/>
                        <a:pt x="14589" y="13339"/>
                        <a:pt x="14568" y="13339"/>
                      </a:cubicBezTo>
                      <a:cubicBezTo>
                        <a:pt x="14548" y="13339"/>
                        <a:pt x="14527" y="13346"/>
                        <a:pt x="14506" y="13361"/>
                      </a:cubicBezTo>
                      <a:cubicBezTo>
                        <a:pt x="14579" y="12962"/>
                        <a:pt x="14234" y="12823"/>
                        <a:pt x="13838" y="12787"/>
                      </a:cubicBezTo>
                      <a:cubicBezTo>
                        <a:pt x="13443" y="12752"/>
                        <a:pt x="12996" y="12820"/>
                        <a:pt x="12865" y="12836"/>
                      </a:cubicBezTo>
                      <a:cubicBezTo>
                        <a:pt x="12865" y="12604"/>
                        <a:pt x="12777" y="12533"/>
                        <a:pt x="12643" y="12526"/>
                      </a:cubicBezTo>
                      <a:cubicBezTo>
                        <a:pt x="12510" y="12520"/>
                        <a:pt x="12330" y="12577"/>
                        <a:pt x="12145" y="12599"/>
                      </a:cubicBezTo>
                      <a:cubicBezTo>
                        <a:pt x="12174" y="12560"/>
                        <a:pt x="12239" y="12512"/>
                        <a:pt x="12295" y="12460"/>
                      </a:cubicBezTo>
                      <a:cubicBezTo>
                        <a:pt x="12352" y="12409"/>
                        <a:pt x="12399" y="12354"/>
                        <a:pt x="12391" y="12303"/>
                      </a:cubicBezTo>
                      <a:cubicBezTo>
                        <a:pt x="12352" y="12283"/>
                        <a:pt x="12312" y="12277"/>
                        <a:pt x="12271" y="12283"/>
                      </a:cubicBezTo>
                      <a:cubicBezTo>
                        <a:pt x="12231" y="12289"/>
                        <a:pt x="12191" y="12307"/>
                        <a:pt x="12150" y="12338"/>
                      </a:cubicBezTo>
                      <a:cubicBezTo>
                        <a:pt x="12126" y="12282"/>
                        <a:pt x="12134" y="12267"/>
                        <a:pt x="12146" y="12257"/>
                      </a:cubicBezTo>
                      <a:cubicBezTo>
                        <a:pt x="12158" y="12247"/>
                        <a:pt x="12174" y="12243"/>
                        <a:pt x="12166" y="12207"/>
                      </a:cubicBezTo>
                      <a:cubicBezTo>
                        <a:pt x="12059" y="12109"/>
                        <a:pt x="11831" y="12188"/>
                        <a:pt x="11593" y="12263"/>
                      </a:cubicBezTo>
                      <a:cubicBezTo>
                        <a:pt x="11355" y="12338"/>
                        <a:pt x="11107" y="12409"/>
                        <a:pt x="10960" y="12295"/>
                      </a:cubicBezTo>
                      <a:cubicBezTo>
                        <a:pt x="10968" y="12295"/>
                        <a:pt x="10897" y="12240"/>
                        <a:pt x="10809" y="12190"/>
                      </a:cubicBezTo>
                      <a:cubicBezTo>
                        <a:pt x="10720" y="12140"/>
                        <a:pt x="10612" y="12094"/>
                        <a:pt x="10545" y="12111"/>
                      </a:cubicBezTo>
                      <a:cubicBezTo>
                        <a:pt x="10565" y="12129"/>
                        <a:pt x="10586" y="12146"/>
                        <a:pt x="10607" y="12162"/>
                      </a:cubicBezTo>
                      <a:cubicBezTo>
                        <a:pt x="10628" y="12179"/>
                        <a:pt x="10650" y="12196"/>
                        <a:pt x="10671" y="12212"/>
                      </a:cubicBezTo>
                      <a:cubicBezTo>
                        <a:pt x="10535" y="12232"/>
                        <a:pt x="10439" y="12284"/>
                        <a:pt x="10386" y="12360"/>
                      </a:cubicBezTo>
                      <a:cubicBezTo>
                        <a:pt x="10333" y="12435"/>
                        <a:pt x="10323" y="12534"/>
                        <a:pt x="10360" y="12645"/>
                      </a:cubicBezTo>
                      <a:cubicBezTo>
                        <a:pt x="10309" y="12616"/>
                        <a:pt x="10238" y="12498"/>
                        <a:pt x="10208" y="12378"/>
                      </a:cubicBezTo>
                      <a:cubicBezTo>
                        <a:pt x="10177" y="12258"/>
                        <a:pt x="10189" y="12135"/>
                        <a:pt x="10304" y="12095"/>
                      </a:cubicBezTo>
                      <a:cubicBezTo>
                        <a:pt x="9852" y="12250"/>
                        <a:pt x="9681" y="12407"/>
                        <a:pt x="9418" y="12731"/>
                      </a:cubicBezTo>
                      <a:cubicBezTo>
                        <a:pt x="9086" y="13140"/>
                        <a:pt x="8962" y="12478"/>
                        <a:pt x="8477" y="12692"/>
                      </a:cubicBezTo>
                      <a:cubicBezTo>
                        <a:pt x="8046" y="12636"/>
                        <a:pt x="7814" y="12705"/>
                        <a:pt x="7820" y="12158"/>
                      </a:cubicBezTo>
                      <a:cubicBezTo>
                        <a:pt x="7826" y="11497"/>
                        <a:pt x="7293" y="11582"/>
                        <a:pt x="6670" y="11587"/>
                      </a:cubicBezTo>
                      <a:cubicBezTo>
                        <a:pt x="6742" y="11516"/>
                        <a:pt x="6788" y="11428"/>
                        <a:pt x="6813" y="11336"/>
                      </a:cubicBezTo>
                      <a:cubicBezTo>
                        <a:pt x="6839" y="11244"/>
                        <a:pt x="6843" y="11146"/>
                        <a:pt x="6830" y="11055"/>
                      </a:cubicBezTo>
                      <a:cubicBezTo>
                        <a:pt x="6978" y="11310"/>
                        <a:pt x="7096" y="10608"/>
                        <a:pt x="6986" y="10536"/>
                      </a:cubicBezTo>
                      <a:cubicBezTo>
                        <a:pt x="6751" y="10381"/>
                        <a:pt x="6418" y="10720"/>
                        <a:pt x="6331" y="10849"/>
                      </a:cubicBezTo>
                      <a:cubicBezTo>
                        <a:pt x="5970" y="11386"/>
                        <a:pt x="5512" y="11107"/>
                        <a:pt x="5128" y="10806"/>
                      </a:cubicBezTo>
                      <a:cubicBezTo>
                        <a:pt x="4843" y="10583"/>
                        <a:pt x="4839" y="10639"/>
                        <a:pt x="4906" y="10300"/>
                      </a:cubicBezTo>
                      <a:cubicBezTo>
                        <a:pt x="4960" y="10027"/>
                        <a:pt x="4835" y="9538"/>
                        <a:pt x="5114" y="9343"/>
                      </a:cubicBezTo>
                      <a:cubicBezTo>
                        <a:pt x="5306" y="9209"/>
                        <a:pt x="6207" y="8843"/>
                        <a:pt x="6207" y="9177"/>
                      </a:cubicBezTo>
                      <a:cubicBezTo>
                        <a:pt x="6294" y="9177"/>
                        <a:pt x="6378" y="9157"/>
                        <a:pt x="6459" y="9151"/>
                      </a:cubicBezTo>
                      <a:cubicBezTo>
                        <a:pt x="6541" y="9145"/>
                        <a:pt x="6619" y="9153"/>
                        <a:pt x="6695" y="9211"/>
                      </a:cubicBezTo>
                      <a:cubicBezTo>
                        <a:pt x="6696" y="9186"/>
                        <a:pt x="6663" y="9143"/>
                        <a:pt x="6625" y="9103"/>
                      </a:cubicBezTo>
                      <a:cubicBezTo>
                        <a:pt x="6586" y="9063"/>
                        <a:pt x="6543" y="9027"/>
                        <a:pt x="6523" y="9015"/>
                      </a:cubicBezTo>
                      <a:cubicBezTo>
                        <a:pt x="6777" y="8940"/>
                        <a:pt x="7070" y="8933"/>
                        <a:pt x="7328" y="8993"/>
                      </a:cubicBezTo>
                      <a:cubicBezTo>
                        <a:pt x="7645" y="9066"/>
                        <a:pt x="7805" y="9404"/>
                        <a:pt x="8000" y="9390"/>
                      </a:cubicBezTo>
                      <a:cubicBezTo>
                        <a:pt x="7966" y="9533"/>
                        <a:pt x="8038" y="9591"/>
                        <a:pt x="8119" y="9643"/>
                      </a:cubicBezTo>
                      <a:cubicBezTo>
                        <a:pt x="8200" y="9696"/>
                        <a:pt x="8289" y="9745"/>
                        <a:pt x="8289" y="9870"/>
                      </a:cubicBezTo>
                      <a:cubicBezTo>
                        <a:pt x="8623" y="9670"/>
                        <a:pt x="8102" y="9179"/>
                        <a:pt x="8193" y="8885"/>
                      </a:cubicBezTo>
                      <a:cubicBezTo>
                        <a:pt x="8259" y="8676"/>
                        <a:pt x="9028" y="8167"/>
                        <a:pt x="8854" y="8042"/>
                      </a:cubicBezTo>
                      <a:cubicBezTo>
                        <a:pt x="8892" y="8054"/>
                        <a:pt x="8929" y="8058"/>
                        <a:pt x="8965" y="8055"/>
                      </a:cubicBezTo>
                      <a:cubicBezTo>
                        <a:pt x="9001" y="8051"/>
                        <a:pt x="9036" y="8040"/>
                        <a:pt x="9070" y="8021"/>
                      </a:cubicBezTo>
                      <a:cubicBezTo>
                        <a:pt x="9041" y="8012"/>
                        <a:pt x="9012" y="8001"/>
                        <a:pt x="8985" y="7987"/>
                      </a:cubicBezTo>
                      <a:cubicBezTo>
                        <a:pt x="8958" y="7973"/>
                        <a:pt x="8933" y="7956"/>
                        <a:pt x="8910" y="7938"/>
                      </a:cubicBezTo>
                      <a:cubicBezTo>
                        <a:pt x="8928" y="7934"/>
                        <a:pt x="8946" y="7930"/>
                        <a:pt x="8965" y="7926"/>
                      </a:cubicBezTo>
                      <a:cubicBezTo>
                        <a:pt x="8983" y="7922"/>
                        <a:pt x="9001" y="7917"/>
                        <a:pt x="9019" y="7913"/>
                      </a:cubicBezTo>
                      <a:cubicBezTo>
                        <a:pt x="8981" y="7890"/>
                        <a:pt x="8946" y="7864"/>
                        <a:pt x="8914" y="7836"/>
                      </a:cubicBezTo>
                      <a:cubicBezTo>
                        <a:pt x="8881" y="7807"/>
                        <a:pt x="8852" y="7776"/>
                        <a:pt x="8826" y="7743"/>
                      </a:cubicBezTo>
                      <a:cubicBezTo>
                        <a:pt x="8859" y="7739"/>
                        <a:pt x="8839" y="7658"/>
                        <a:pt x="8843" y="7561"/>
                      </a:cubicBezTo>
                      <a:cubicBezTo>
                        <a:pt x="8847" y="7463"/>
                        <a:pt x="8876" y="7349"/>
                        <a:pt x="9007" y="7276"/>
                      </a:cubicBezTo>
                      <a:cubicBezTo>
                        <a:pt x="8991" y="7329"/>
                        <a:pt x="8977" y="7383"/>
                        <a:pt x="8965" y="7437"/>
                      </a:cubicBezTo>
                      <a:cubicBezTo>
                        <a:pt x="8952" y="7491"/>
                        <a:pt x="8941" y="7545"/>
                        <a:pt x="8932" y="7599"/>
                      </a:cubicBezTo>
                      <a:cubicBezTo>
                        <a:pt x="8968" y="7603"/>
                        <a:pt x="8992" y="7583"/>
                        <a:pt x="9007" y="7576"/>
                      </a:cubicBezTo>
                      <a:cubicBezTo>
                        <a:pt x="9022" y="7569"/>
                        <a:pt x="9029" y="7576"/>
                        <a:pt x="9029" y="7633"/>
                      </a:cubicBezTo>
                      <a:cubicBezTo>
                        <a:pt x="9122" y="7592"/>
                        <a:pt x="9134" y="7552"/>
                        <a:pt x="9122" y="7506"/>
                      </a:cubicBezTo>
                      <a:cubicBezTo>
                        <a:pt x="9110" y="7459"/>
                        <a:pt x="9075" y="7407"/>
                        <a:pt x="9072" y="7343"/>
                      </a:cubicBezTo>
                      <a:cubicBezTo>
                        <a:pt x="9156" y="7327"/>
                        <a:pt x="9360" y="7226"/>
                        <a:pt x="9369" y="7142"/>
                      </a:cubicBezTo>
                      <a:cubicBezTo>
                        <a:pt x="9382" y="7003"/>
                        <a:pt x="9532" y="6823"/>
                        <a:pt x="9871" y="6823"/>
                      </a:cubicBezTo>
                      <a:cubicBezTo>
                        <a:pt x="9713" y="6670"/>
                        <a:pt x="9750" y="6612"/>
                        <a:pt x="9827" y="6565"/>
                      </a:cubicBezTo>
                      <a:cubicBezTo>
                        <a:pt x="9904" y="6518"/>
                        <a:pt x="10021" y="6481"/>
                        <a:pt x="10022" y="6369"/>
                      </a:cubicBezTo>
                      <a:cubicBezTo>
                        <a:pt x="10027" y="6372"/>
                        <a:pt x="10108" y="6387"/>
                        <a:pt x="10169" y="6376"/>
                      </a:cubicBezTo>
                      <a:cubicBezTo>
                        <a:pt x="10230" y="6366"/>
                        <a:pt x="10269" y="6329"/>
                        <a:pt x="10190" y="6230"/>
                      </a:cubicBezTo>
                      <a:cubicBezTo>
                        <a:pt x="10254" y="6210"/>
                        <a:pt x="10288" y="6202"/>
                        <a:pt x="10308" y="6198"/>
                      </a:cubicBezTo>
                      <a:cubicBezTo>
                        <a:pt x="10327" y="6194"/>
                        <a:pt x="10332" y="6193"/>
                        <a:pt x="10339" y="6189"/>
                      </a:cubicBezTo>
                      <a:cubicBezTo>
                        <a:pt x="10341" y="6187"/>
                        <a:pt x="10371" y="6154"/>
                        <a:pt x="10412" y="6119"/>
                      </a:cubicBezTo>
                      <a:cubicBezTo>
                        <a:pt x="10453" y="6084"/>
                        <a:pt x="10504" y="6047"/>
                        <a:pt x="10549" y="6035"/>
                      </a:cubicBezTo>
                      <a:cubicBezTo>
                        <a:pt x="10619" y="6035"/>
                        <a:pt x="10520" y="6069"/>
                        <a:pt x="10479" y="6096"/>
                      </a:cubicBezTo>
                      <a:cubicBezTo>
                        <a:pt x="10438" y="6123"/>
                        <a:pt x="10455" y="6143"/>
                        <a:pt x="10756" y="6117"/>
                      </a:cubicBezTo>
                      <a:cubicBezTo>
                        <a:pt x="10771" y="6165"/>
                        <a:pt x="10059" y="6403"/>
                        <a:pt x="10543" y="6457"/>
                      </a:cubicBezTo>
                      <a:cubicBezTo>
                        <a:pt x="10768" y="6482"/>
                        <a:pt x="10787" y="6131"/>
                        <a:pt x="11052" y="6102"/>
                      </a:cubicBezTo>
                      <a:cubicBezTo>
                        <a:pt x="11006" y="6040"/>
                        <a:pt x="10958" y="6025"/>
                        <a:pt x="10898" y="6029"/>
                      </a:cubicBezTo>
                      <a:cubicBezTo>
                        <a:pt x="10839" y="6033"/>
                        <a:pt x="10767" y="6056"/>
                        <a:pt x="10672" y="6068"/>
                      </a:cubicBezTo>
                      <a:cubicBezTo>
                        <a:pt x="10663" y="6012"/>
                        <a:pt x="10626" y="5976"/>
                        <a:pt x="10579" y="5947"/>
                      </a:cubicBezTo>
                      <a:cubicBezTo>
                        <a:pt x="10533" y="5917"/>
                        <a:pt x="10476" y="5893"/>
                        <a:pt x="10427" y="5858"/>
                      </a:cubicBezTo>
                      <a:cubicBezTo>
                        <a:pt x="10458" y="5825"/>
                        <a:pt x="10472" y="5797"/>
                        <a:pt x="10470" y="5775"/>
                      </a:cubicBezTo>
                      <a:cubicBezTo>
                        <a:pt x="10467" y="5753"/>
                        <a:pt x="10448" y="5736"/>
                        <a:pt x="10413" y="5725"/>
                      </a:cubicBezTo>
                      <a:cubicBezTo>
                        <a:pt x="10392" y="5732"/>
                        <a:pt x="10359" y="5741"/>
                        <a:pt x="10330" y="5748"/>
                      </a:cubicBezTo>
                      <a:cubicBezTo>
                        <a:pt x="10301" y="5756"/>
                        <a:pt x="10277" y="5761"/>
                        <a:pt x="10275" y="5761"/>
                      </a:cubicBezTo>
                      <a:cubicBezTo>
                        <a:pt x="10270" y="5752"/>
                        <a:pt x="10264" y="5725"/>
                        <a:pt x="10261" y="5699"/>
                      </a:cubicBezTo>
                      <a:cubicBezTo>
                        <a:pt x="10257" y="5674"/>
                        <a:pt x="10257" y="5648"/>
                        <a:pt x="10263" y="5642"/>
                      </a:cubicBezTo>
                      <a:cubicBezTo>
                        <a:pt x="10385" y="5795"/>
                        <a:pt x="10602" y="5365"/>
                        <a:pt x="10301" y="5388"/>
                      </a:cubicBezTo>
                      <a:cubicBezTo>
                        <a:pt x="10010" y="5410"/>
                        <a:pt x="9829" y="5749"/>
                        <a:pt x="9652" y="5909"/>
                      </a:cubicBezTo>
                      <a:cubicBezTo>
                        <a:pt x="9734" y="5696"/>
                        <a:pt x="9979" y="5166"/>
                        <a:pt x="10371" y="5183"/>
                      </a:cubicBezTo>
                      <a:cubicBezTo>
                        <a:pt x="10755" y="5199"/>
                        <a:pt x="11339" y="5061"/>
                        <a:pt x="11200" y="4595"/>
                      </a:cubicBezTo>
                      <a:cubicBezTo>
                        <a:pt x="11188" y="4604"/>
                        <a:pt x="11075" y="4621"/>
                        <a:pt x="10955" y="4638"/>
                      </a:cubicBezTo>
                      <a:cubicBezTo>
                        <a:pt x="10835" y="4655"/>
                        <a:pt x="10709" y="4672"/>
                        <a:pt x="10671" y="4680"/>
                      </a:cubicBezTo>
                      <a:cubicBezTo>
                        <a:pt x="11001" y="4583"/>
                        <a:pt x="10914" y="4502"/>
                        <a:pt x="10730" y="4420"/>
                      </a:cubicBezTo>
                      <a:cubicBezTo>
                        <a:pt x="10546" y="4338"/>
                        <a:pt x="10266" y="4256"/>
                        <a:pt x="10208" y="4157"/>
                      </a:cubicBezTo>
                      <a:cubicBezTo>
                        <a:pt x="10303" y="4155"/>
                        <a:pt x="10192" y="4043"/>
                        <a:pt x="10050" y="3909"/>
                      </a:cubicBezTo>
                      <a:cubicBezTo>
                        <a:pt x="9909" y="3774"/>
                        <a:pt x="9738" y="3615"/>
                        <a:pt x="9714" y="3518"/>
                      </a:cubicBezTo>
                      <a:cubicBezTo>
                        <a:pt x="9657" y="3535"/>
                        <a:pt x="9638" y="3617"/>
                        <a:pt x="9622" y="3704"/>
                      </a:cubicBezTo>
                      <a:cubicBezTo>
                        <a:pt x="9607" y="3791"/>
                        <a:pt x="9594" y="3884"/>
                        <a:pt x="9550" y="3922"/>
                      </a:cubicBezTo>
                      <a:cubicBezTo>
                        <a:pt x="9553" y="3925"/>
                        <a:pt x="9424" y="3813"/>
                        <a:pt x="9313" y="3700"/>
                      </a:cubicBezTo>
                      <a:cubicBezTo>
                        <a:pt x="9201" y="3587"/>
                        <a:pt x="9108" y="3474"/>
                        <a:pt x="9182" y="3474"/>
                      </a:cubicBezTo>
                      <a:cubicBezTo>
                        <a:pt x="9001" y="3474"/>
                        <a:pt x="8189" y="3015"/>
                        <a:pt x="8237" y="3478"/>
                      </a:cubicBezTo>
                      <a:cubicBezTo>
                        <a:pt x="8261" y="3710"/>
                        <a:pt x="8294" y="4351"/>
                        <a:pt x="8515" y="4312"/>
                      </a:cubicBezTo>
                      <a:cubicBezTo>
                        <a:pt x="8591" y="4455"/>
                        <a:pt x="8302" y="4656"/>
                        <a:pt x="8269" y="4793"/>
                      </a:cubicBezTo>
                      <a:cubicBezTo>
                        <a:pt x="8235" y="4938"/>
                        <a:pt x="8277" y="5068"/>
                        <a:pt x="8224" y="5220"/>
                      </a:cubicBezTo>
                      <a:cubicBezTo>
                        <a:pt x="8200" y="5288"/>
                        <a:pt x="7845" y="4892"/>
                        <a:pt x="7839" y="4877"/>
                      </a:cubicBezTo>
                      <a:cubicBezTo>
                        <a:pt x="7614" y="4650"/>
                        <a:pt x="7760" y="4700"/>
                        <a:pt x="7408" y="4531"/>
                      </a:cubicBezTo>
                      <a:cubicBezTo>
                        <a:pt x="7032" y="4351"/>
                        <a:pt x="6080" y="4116"/>
                        <a:pt x="6500" y="3636"/>
                      </a:cubicBezTo>
                      <a:cubicBezTo>
                        <a:pt x="6632" y="3485"/>
                        <a:pt x="6832" y="3375"/>
                        <a:pt x="6906" y="3189"/>
                      </a:cubicBezTo>
                      <a:cubicBezTo>
                        <a:pt x="6906" y="3072"/>
                        <a:pt x="7007" y="3061"/>
                        <a:pt x="7108" y="3050"/>
                      </a:cubicBezTo>
                      <a:cubicBezTo>
                        <a:pt x="7209" y="3038"/>
                        <a:pt x="7311" y="3026"/>
                        <a:pt x="7311" y="2906"/>
                      </a:cubicBezTo>
                      <a:cubicBezTo>
                        <a:pt x="7257" y="2898"/>
                        <a:pt x="7203" y="2892"/>
                        <a:pt x="7149" y="2888"/>
                      </a:cubicBezTo>
                      <a:cubicBezTo>
                        <a:pt x="7094" y="2885"/>
                        <a:pt x="7040" y="2884"/>
                        <a:pt x="6985" y="2885"/>
                      </a:cubicBezTo>
                      <a:cubicBezTo>
                        <a:pt x="7023" y="2818"/>
                        <a:pt x="7077" y="2812"/>
                        <a:pt x="7138" y="2827"/>
                      </a:cubicBezTo>
                      <a:cubicBezTo>
                        <a:pt x="7199" y="2842"/>
                        <a:pt x="7267" y="2877"/>
                        <a:pt x="7334" y="2892"/>
                      </a:cubicBezTo>
                      <a:cubicBezTo>
                        <a:pt x="7350" y="2867"/>
                        <a:pt x="7361" y="2843"/>
                        <a:pt x="7365" y="2816"/>
                      </a:cubicBezTo>
                      <a:cubicBezTo>
                        <a:pt x="7369" y="2789"/>
                        <a:pt x="7367" y="2762"/>
                        <a:pt x="7359" y="2735"/>
                      </a:cubicBezTo>
                      <a:cubicBezTo>
                        <a:pt x="7398" y="2737"/>
                        <a:pt x="7438" y="2739"/>
                        <a:pt x="7477" y="2743"/>
                      </a:cubicBezTo>
                      <a:cubicBezTo>
                        <a:pt x="7517" y="2748"/>
                        <a:pt x="7556" y="2753"/>
                        <a:pt x="7595" y="2759"/>
                      </a:cubicBezTo>
                      <a:cubicBezTo>
                        <a:pt x="7595" y="2754"/>
                        <a:pt x="7591" y="2745"/>
                        <a:pt x="7585" y="2735"/>
                      </a:cubicBezTo>
                      <a:cubicBezTo>
                        <a:pt x="7579" y="2725"/>
                        <a:pt x="7571" y="2714"/>
                        <a:pt x="7561" y="2705"/>
                      </a:cubicBezTo>
                      <a:cubicBezTo>
                        <a:pt x="7636" y="2707"/>
                        <a:pt x="7760" y="2668"/>
                        <a:pt x="7793" y="2554"/>
                      </a:cubicBezTo>
                      <a:cubicBezTo>
                        <a:pt x="7847" y="2366"/>
                        <a:pt x="7794" y="2110"/>
                        <a:pt x="7509" y="2117"/>
                      </a:cubicBezTo>
                      <a:cubicBezTo>
                        <a:pt x="7537" y="2151"/>
                        <a:pt x="7541" y="2261"/>
                        <a:pt x="7520" y="2364"/>
                      </a:cubicBezTo>
                      <a:cubicBezTo>
                        <a:pt x="7500" y="2466"/>
                        <a:pt x="7456" y="2559"/>
                        <a:pt x="7388" y="2559"/>
                      </a:cubicBezTo>
                      <a:cubicBezTo>
                        <a:pt x="7229" y="2602"/>
                        <a:pt x="7222" y="2535"/>
                        <a:pt x="7243" y="2447"/>
                      </a:cubicBezTo>
                      <a:cubicBezTo>
                        <a:pt x="7265" y="2358"/>
                        <a:pt x="7316" y="2247"/>
                        <a:pt x="7275" y="2201"/>
                      </a:cubicBezTo>
                      <a:cubicBezTo>
                        <a:pt x="7228" y="2224"/>
                        <a:pt x="7192" y="2253"/>
                        <a:pt x="7168" y="2288"/>
                      </a:cubicBezTo>
                      <a:cubicBezTo>
                        <a:pt x="7144" y="2322"/>
                        <a:pt x="7131" y="2363"/>
                        <a:pt x="7131" y="2410"/>
                      </a:cubicBezTo>
                      <a:cubicBezTo>
                        <a:pt x="6889" y="2358"/>
                        <a:pt x="7225" y="1914"/>
                        <a:pt x="7019" y="1914"/>
                      </a:cubicBezTo>
                      <a:cubicBezTo>
                        <a:pt x="6690" y="1914"/>
                        <a:pt x="7240" y="1555"/>
                        <a:pt x="7267" y="1499"/>
                      </a:cubicBezTo>
                      <a:cubicBezTo>
                        <a:pt x="7085" y="1421"/>
                        <a:pt x="6959" y="1539"/>
                        <a:pt x="6869" y="1698"/>
                      </a:cubicBezTo>
                      <a:cubicBezTo>
                        <a:pt x="6779" y="1858"/>
                        <a:pt x="6726" y="2059"/>
                        <a:pt x="6691" y="2149"/>
                      </a:cubicBezTo>
                      <a:cubicBezTo>
                        <a:pt x="6701" y="2140"/>
                        <a:pt x="6709" y="2135"/>
                        <a:pt x="6714" y="2133"/>
                      </a:cubicBezTo>
                      <a:cubicBezTo>
                        <a:pt x="6719" y="2131"/>
                        <a:pt x="6721" y="2133"/>
                        <a:pt x="6722" y="2138"/>
                      </a:cubicBezTo>
                      <a:cubicBezTo>
                        <a:pt x="6727" y="2099"/>
                        <a:pt x="6769" y="2095"/>
                        <a:pt x="6816" y="2102"/>
                      </a:cubicBezTo>
                      <a:cubicBezTo>
                        <a:pt x="6863" y="2109"/>
                        <a:pt x="6916" y="2127"/>
                        <a:pt x="6944" y="2132"/>
                      </a:cubicBezTo>
                      <a:cubicBezTo>
                        <a:pt x="6980" y="2164"/>
                        <a:pt x="6891" y="2205"/>
                        <a:pt x="6823" y="2239"/>
                      </a:cubicBezTo>
                      <a:cubicBezTo>
                        <a:pt x="6754" y="2273"/>
                        <a:pt x="6708" y="2298"/>
                        <a:pt x="6830" y="2298"/>
                      </a:cubicBezTo>
                      <a:cubicBezTo>
                        <a:pt x="6795" y="2316"/>
                        <a:pt x="6738" y="2397"/>
                        <a:pt x="6683" y="2472"/>
                      </a:cubicBezTo>
                      <a:cubicBezTo>
                        <a:pt x="6629" y="2548"/>
                        <a:pt x="6578" y="2617"/>
                        <a:pt x="6554" y="2612"/>
                      </a:cubicBezTo>
                      <a:cubicBezTo>
                        <a:pt x="6725" y="2458"/>
                        <a:pt x="6594" y="2408"/>
                        <a:pt x="6403" y="2393"/>
                      </a:cubicBezTo>
                      <a:cubicBezTo>
                        <a:pt x="6212" y="2379"/>
                        <a:pt x="5960" y="2401"/>
                        <a:pt x="5890" y="2391"/>
                      </a:cubicBezTo>
                      <a:cubicBezTo>
                        <a:pt x="5911" y="2376"/>
                        <a:pt x="5884" y="2306"/>
                        <a:pt x="5825" y="2268"/>
                      </a:cubicBezTo>
                      <a:cubicBezTo>
                        <a:pt x="5766" y="2230"/>
                        <a:pt x="5675" y="2224"/>
                        <a:pt x="5567" y="2337"/>
                      </a:cubicBezTo>
                      <a:cubicBezTo>
                        <a:pt x="5585" y="2343"/>
                        <a:pt x="5647" y="2325"/>
                        <a:pt x="5707" y="2309"/>
                      </a:cubicBezTo>
                      <a:cubicBezTo>
                        <a:pt x="5767" y="2292"/>
                        <a:pt x="5824" y="2277"/>
                        <a:pt x="5831" y="2291"/>
                      </a:cubicBezTo>
                      <a:cubicBezTo>
                        <a:pt x="5745" y="2335"/>
                        <a:pt x="5677" y="2369"/>
                        <a:pt x="5617" y="2411"/>
                      </a:cubicBezTo>
                      <a:cubicBezTo>
                        <a:pt x="5557" y="2453"/>
                        <a:pt x="5505" y="2502"/>
                        <a:pt x="5450" y="2577"/>
                      </a:cubicBezTo>
                      <a:cubicBezTo>
                        <a:pt x="5452" y="2568"/>
                        <a:pt x="5450" y="2507"/>
                        <a:pt x="5447" y="2449"/>
                      </a:cubicBezTo>
                      <a:cubicBezTo>
                        <a:pt x="5444" y="2391"/>
                        <a:pt x="5440" y="2335"/>
                        <a:pt x="5438" y="2338"/>
                      </a:cubicBezTo>
                      <a:cubicBezTo>
                        <a:pt x="5419" y="2344"/>
                        <a:pt x="5325" y="2353"/>
                        <a:pt x="5238" y="2359"/>
                      </a:cubicBezTo>
                      <a:cubicBezTo>
                        <a:pt x="5151" y="2364"/>
                        <a:pt x="5071" y="2365"/>
                        <a:pt x="5080" y="2354"/>
                      </a:cubicBezTo>
                      <a:cubicBezTo>
                        <a:pt x="5147" y="2277"/>
                        <a:pt x="5170" y="2156"/>
                        <a:pt x="5131" y="2071"/>
                      </a:cubicBezTo>
                      <a:cubicBezTo>
                        <a:pt x="5091" y="1986"/>
                        <a:pt x="4989" y="1938"/>
                        <a:pt x="4805" y="2008"/>
                      </a:cubicBezTo>
                      <a:cubicBezTo>
                        <a:pt x="4822" y="1988"/>
                        <a:pt x="4839" y="1968"/>
                        <a:pt x="4856" y="1949"/>
                      </a:cubicBezTo>
                      <a:cubicBezTo>
                        <a:pt x="4874" y="1929"/>
                        <a:pt x="4891" y="1910"/>
                        <a:pt x="4909" y="1890"/>
                      </a:cubicBezTo>
                      <a:cubicBezTo>
                        <a:pt x="4885" y="1918"/>
                        <a:pt x="4856" y="1942"/>
                        <a:pt x="4824" y="1963"/>
                      </a:cubicBezTo>
                      <a:cubicBezTo>
                        <a:pt x="4793" y="1984"/>
                        <a:pt x="4758" y="2001"/>
                        <a:pt x="4721" y="2015"/>
                      </a:cubicBezTo>
                      <a:cubicBezTo>
                        <a:pt x="4776" y="1969"/>
                        <a:pt x="4778" y="1913"/>
                        <a:pt x="4783" y="1858"/>
                      </a:cubicBezTo>
                      <a:cubicBezTo>
                        <a:pt x="4788" y="1803"/>
                        <a:pt x="4796" y="1749"/>
                        <a:pt x="4862" y="1706"/>
                      </a:cubicBezTo>
                      <a:cubicBezTo>
                        <a:pt x="4701" y="1799"/>
                        <a:pt x="4615" y="1838"/>
                        <a:pt x="4586" y="1845"/>
                      </a:cubicBezTo>
                      <a:cubicBezTo>
                        <a:pt x="4556" y="1851"/>
                        <a:pt x="4584" y="1825"/>
                        <a:pt x="4652" y="1786"/>
                      </a:cubicBezTo>
                      <a:cubicBezTo>
                        <a:pt x="4641" y="1788"/>
                        <a:pt x="4563" y="1802"/>
                        <a:pt x="4479" y="1819"/>
                      </a:cubicBezTo>
                      <a:cubicBezTo>
                        <a:pt x="4396" y="1835"/>
                        <a:pt x="4306" y="1854"/>
                        <a:pt x="4273" y="1863"/>
                      </a:cubicBezTo>
                      <a:cubicBezTo>
                        <a:pt x="4276" y="1850"/>
                        <a:pt x="4281" y="1839"/>
                        <a:pt x="4290" y="1829"/>
                      </a:cubicBezTo>
                      <a:cubicBezTo>
                        <a:pt x="4297" y="1819"/>
                        <a:pt x="4307" y="1811"/>
                        <a:pt x="4318" y="1804"/>
                      </a:cubicBezTo>
                      <a:cubicBezTo>
                        <a:pt x="4289" y="1804"/>
                        <a:pt x="4216" y="1847"/>
                        <a:pt x="4148" y="1889"/>
                      </a:cubicBezTo>
                      <a:cubicBezTo>
                        <a:pt x="4079" y="1931"/>
                        <a:pt x="4015" y="1972"/>
                        <a:pt x="4003" y="1969"/>
                      </a:cubicBezTo>
                      <a:cubicBezTo>
                        <a:pt x="4212" y="1789"/>
                        <a:pt x="3980" y="1616"/>
                        <a:pt x="3927" y="1573"/>
                      </a:cubicBezTo>
                      <a:cubicBezTo>
                        <a:pt x="3759" y="1438"/>
                        <a:pt x="3794" y="1387"/>
                        <a:pt x="3856" y="1317"/>
                      </a:cubicBezTo>
                      <a:cubicBezTo>
                        <a:pt x="3739" y="1317"/>
                        <a:pt x="3421" y="1341"/>
                        <a:pt x="3131" y="1401"/>
                      </a:cubicBezTo>
                      <a:cubicBezTo>
                        <a:pt x="2841" y="1462"/>
                        <a:pt x="2581" y="1558"/>
                        <a:pt x="2581" y="1701"/>
                      </a:cubicBezTo>
                      <a:cubicBezTo>
                        <a:pt x="2590" y="1699"/>
                        <a:pt x="2599" y="1697"/>
                        <a:pt x="2609" y="1696"/>
                      </a:cubicBezTo>
                      <a:cubicBezTo>
                        <a:pt x="2618" y="1694"/>
                        <a:pt x="2627" y="1694"/>
                        <a:pt x="2637" y="1693"/>
                      </a:cubicBezTo>
                      <a:cubicBezTo>
                        <a:pt x="2618" y="1701"/>
                        <a:pt x="2609" y="1708"/>
                        <a:pt x="2609" y="1713"/>
                      </a:cubicBezTo>
                      <a:cubicBezTo>
                        <a:pt x="2610" y="1717"/>
                        <a:pt x="2620" y="1720"/>
                        <a:pt x="2639" y="1722"/>
                      </a:cubicBezTo>
                      <a:cubicBezTo>
                        <a:pt x="2612" y="1726"/>
                        <a:pt x="2556" y="1779"/>
                        <a:pt x="2498" y="1821"/>
                      </a:cubicBezTo>
                      <a:cubicBezTo>
                        <a:pt x="2439" y="1864"/>
                        <a:pt x="2377" y="1896"/>
                        <a:pt x="2337" y="1863"/>
                      </a:cubicBezTo>
                      <a:cubicBezTo>
                        <a:pt x="2360" y="1835"/>
                        <a:pt x="2384" y="1808"/>
                        <a:pt x="2411" y="1784"/>
                      </a:cubicBezTo>
                      <a:cubicBezTo>
                        <a:pt x="2438" y="1759"/>
                        <a:pt x="2466" y="1736"/>
                        <a:pt x="2497" y="1714"/>
                      </a:cubicBezTo>
                      <a:cubicBezTo>
                        <a:pt x="2376" y="1662"/>
                        <a:pt x="2296" y="1705"/>
                        <a:pt x="2225" y="1769"/>
                      </a:cubicBezTo>
                      <a:cubicBezTo>
                        <a:pt x="2155" y="1832"/>
                        <a:pt x="2094" y="1916"/>
                        <a:pt x="2011" y="1946"/>
                      </a:cubicBezTo>
                      <a:cubicBezTo>
                        <a:pt x="2032" y="1944"/>
                        <a:pt x="2041" y="1950"/>
                        <a:pt x="2038" y="1961"/>
                      </a:cubicBezTo>
                      <a:cubicBezTo>
                        <a:pt x="2036" y="1973"/>
                        <a:pt x="2021" y="1990"/>
                        <a:pt x="1994" y="2015"/>
                      </a:cubicBezTo>
                      <a:cubicBezTo>
                        <a:pt x="2015" y="2008"/>
                        <a:pt x="2035" y="2006"/>
                        <a:pt x="2056" y="2007"/>
                      </a:cubicBezTo>
                      <a:cubicBezTo>
                        <a:pt x="2076" y="2008"/>
                        <a:pt x="2095" y="2013"/>
                        <a:pt x="2114" y="2022"/>
                      </a:cubicBezTo>
                      <a:cubicBezTo>
                        <a:pt x="2111" y="2025"/>
                        <a:pt x="1985" y="2106"/>
                        <a:pt x="1872" y="2159"/>
                      </a:cubicBezTo>
                      <a:cubicBezTo>
                        <a:pt x="1758" y="2213"/>
                        <a:pt x="1658" y="2239"/>
                        <a:pt x="1706" y="2132"/>
                      </a:cubicBezTo>
                      <a:cubicBezTo>
                        <a:pt x="1675" y="2142"/>
                        <a:pt x="1644" y="2154"/>
                        <a:pt x="1614" y="2168"/>
                      </a:cubicBezTo>
                      <a:cubicBezTo>
                        <a:pt x="1585" y="2182"/>
                        <a:pt x="1557" y="2198"/>
                        <a:pt x="1530" y="2216"/>
                      </a:cubicBezTo>
                      <a:cubicBezTo>
                        <a:pt x="1534" y="2213"/>
                        <a:pt x="1538" y="2209"/>
                        <a:pt x="1541" y="2205"/>
                      </a:cubicBezTo>
                      <a:cubicBezTo>
                        <a:pt x="1544" y="2201"/>
                        <a:pt x="1547" y="2197"/>
                        <a:pt x="1549" y="2192"/>
                      </a:cubicBezTo>
                      <a:cubicBezTo>
                        <a:pt x="1450" y="2225"/>
                        <a:pt x="1341" y="2285"/>
                        <a:pt x="1241" y="2357"/>
                      </a:cubicBezTo>
                      <a:cubicBezTo>
                        <a:pt x="1142" y="2428"/>
                        <a:pt x="1051" y="2511"/>
                        <a:pt x="990" y="2589"/>
                      </a:cubicBezTo>
                      <a:cubicBezTo>
                        <a:pt x="1020" y="2599"/>
                        <a:pt x="1049" y="2599"/>
                        <a:pt x="1076" y="2586"/>
                      </a:cubicBezTo>
                      <a:cubicBezTo>
                        <a:pt x="1103" y="2574"/>
                        <a:pt x="1128" y="2551"/>
                        <a:pt x="1152" y="2516"/>
                      </a:cubicBezTo>
                      <a:cubicBezTo>
                        <a:pt x="1143" y="2571"/>
                        <a:pt x="1083" y="2616"/>
                        <a:pt x="1015" y="2657"/>
                      </a:cubicBezTo>
                      <a:cubicBezTo>
                        <a:pt x="948" y="2697"/>
                        <a:pt x="872" y="2732"/>
                        <a:pt x="829" y="2765"/>
                      </a:cubicBezTo>
                      <a:cubicBezTo>
                        <a:pt x="854" y="2756"/>
                        <a:pt x="863" y="2753"/>
                        <a:pt x="857" y="2758"/>
                      </a:cubicBezTo>
                      <a:cubicBezTo>
                        <a:pt x="851" y="2762"/>
                        <a:pt x="830" y="2774"/>
                        <a:pt x="794" y="2792"/>
                      </a:cubicBezTo>
                      <a:cubicBezTo>
                        <a:pt x="821" y="2792"/>
                        <a:pt x="848" y="2792"/>
                        <a:pt x="875" y="2794"/>
                      </a:cubicBezTo>
                      <a:cubicBezTo>
                        <a:pt x="902" y="2795"/>
                        <a:pt x="929" y="2796"/>
                        <a:pt x="956" y="2798"/>
                      </a:cubicBezTo>
                      <a:cubicBezTo>
                        <a:pt x="953" y="2804"/>
                        <a:pt x="942" y="2820"/>
                        <a:pt x="930" y="2836"/>
                      </a:cubicBezTo>
                      <a:cubicBezTo>
                        <a:pt x="918" y="2852"/>
                        <a:pt x="904" y="2869"/>
                        <a:pt x="893" y="2878"/>
                      </a:cubicBezTo>
                      <a:cubicBezTo>
                        <a:pt x="908" y="2869"/>
                        <a:pt x="925" y="2861"/>
                        <a:pt x="942" y="2855"/>
                      </a:cubicBezTo>
                      <a:cubicBezTo>
                        <a:pt x="960" y="2849"/>
                        <a:pt x="978" y="2845"/>
                        <a:pt x="997" y="2843"/>
                      </a:cubicBezTo>
                      <a:cubicBezTo>
                        <a:pt x="969" y="2865"/>
                        <a:pt x="961" y="2878"/>
                        <a:pt x="974" y="2882"/>
                      </a:cubicBezTo>
                      <a:cubicBezTo>
                        <a:pt x="986" y="2886"/>
                        <a:pt x="1018" y="2882"/>
                        <a:pt x="1070" y="2868"/>
                      </a:cubicBezTo>
                      <a:cubicBezTo>
                        <a:pt x="928" y="2990"/>
                        <a:pt x="745" y="3061"/>
                        <a:pt x="556" y="3119"/>
                      </a:cubicBezTo>
                      <a:cubicBezTo>
                        <a:pt x="366" y="3176"/>
                        <a:pt x="169" y="3221"/>
                        <a:pt x="0" y="3292"/>
                      </a:cubicBezTo>
                      <a:cubicBezTo>
                        <a:pt x="14" y="3287"/>
                        <a:pt x="68" y="3270"/>
                        <a:pt x="118" y="3256"/>
                      </a:cubicBezTo>
                      <a:cubicBezTo>
                        <a:pt x="169" y="3241"/>
                        <a:pt x="217" y="3229"/>
                        <a:pt x="222" y="3234"/>
                      </a:cubicBezTo>
                      <a:cubicBezTo>
                        <a:pt x="104" y="3309"/>
                        <a:pt x="528" y="3230"/>
                        <a:pt x="640" y="3187"/>
                      </a:cubicBezTo>
                      <a:cubicBezTo>
                        <a:pt x="1056" y="3026"/>
                        <a:pt x="1445" y="2819"/>
                        <a:pt x="1858" y="2657"/>
                      </a:cubicBezTo>
                      <a:cubicBezTo>
                        <a:pt x="1883" y="2669"/>
                        <a:pt x="1793" y="2698"/>
                        <a:pt x="1749" y="2714"/>
                      </a:cubicBezTo>
                      <a:cubicBezTo>
                        <a:pt x="1704" y="2729"/>
                        <a:pt x="1705" y="2730"/>
                        <a:pt x="1914" y="2683"/>
                      </a:cubicBezTo>
                      <a:cubicBezTo>
                        <a:pt x="1826" y="2741"/>
                        <a:pt x="1726" y="2782"/>
                        <a:pt x="1626" y="2824"/>
                      </a:cubicBezTo>
                      <a:cubicBezTo>
                        <a:pt x="1525" y="2865"/>
                        <a:pt x="1425" y="2906"/>
                        <a:pt x="1336" y="2964"/>
                      </a:cubicBezTo>
                      <a:cubicBezTo>
                        <a:pt x="1383" y="3014"/>
                        <a:pt x="1521" y="2959"/>
                        <a:pt x="1663" y="2898"/>
                      </a:cubicBezTo>
                      <a:cubicBezTo>
                        <a:pt x="1804" y="2837"/>
                        <a:pt x="1949" y="2769"/>
                        <a:pt x="2008" y="2795"/>
                      </a:cubicBezTo>
                      <a:cubicBezTo>
                        <a:pt x="1950" y="2832"/>
                        <a:pt x="1939" y="2847"/>
                        <a:pt x="1931" y="2863"/>
                      </a:cubicBezTo>
                      <a:cubicBezTo>
                        <a:pt x="1924" y="2879"/>
                        <a:pt x="1921" y="2897"/>
                        <a:pt x="1881" y="2937"/>
                      </a:cubicBezTo>
                      <a:cubicBezTo>
                        <a:pt x="1908" y="2942"/>
                        <a:pt x="1944" y="2980"/>
                        <a:pt x="1992" y="3026"/>
                      </a:cubicBezTo>
                      <a:cubicBezTo>
                        <a:pt x="2040" y="3072"/>
                        <a:pt x="2100" y="3125"/>
                        <a:pt x="2176" y="3158"/>
                      </a:cubicBezTo>
                      <a:cubicBezTo>
                        <a:pt x="2147" y="3202"/>
                        <a:pt x="2111" y="3229"/>
                        <a:pt x="2101" y="3245"/>
                      </a:cubicBezTo>
                      <a:cubicBezTo>
                        <a:pt x="2091" y="3260"/>
                        <a:pt x="2107" y="3265"/>
                        <a:pt x="2184" y="3265"/>
                      </a:cubicBezTo>
                      <a:cubicBezTo>
                        <a:pt x="2130" y="3320"/>
                        <a:pt x="2091" y="3379"/>
                        <a:pt x="2066" y="3442"/>
                      </a:cubicBezTo>
                      <a:cubicBezTo>
                        <a:pt x="2041" y="3505"/>
                        <a:pt x="2030" y="3572"/>
                        <a:pt x="2033" y="3644"/>
                      </a:cubicBezTo>
                      <a:cubicBezTo>
                        <a:pt x="2054" y="3631"/>
                        <a:pt x="2071" y="3627"/>
                        <a:pt x="2081" y="3631"/>
                      </a:cubicBezTo>
                      <a:cubicBezTo>
                        <a:pt x="2092" y="3634"/>
                        <a:pt x="2097" y="3646"/>
                        <a:pt x="2097" y="3666"/>
                      </a:cubicBezTo>
                      <a:cubicBezTo>
                        <a:pt x="2168" y="3656"/>
                        <a:pt x="2167" y="3622"/>
                        <a:pt x="2150" y="3586"/>
                      </a:cubicBezTo>
                      <a:cubicBezTo>
                        <a:pt x="2134" y="3549"/>
                        <a:pt x="2102" y="3510"/>
                        <a:pt x="2115" y="3492"/>
                      </a:cubicBezTo>
                      <a:cubicBezTo>
                        <a:pt x="2127" y="3506"/>
                        <a:pt x="2146" y="3507"/>
                        <a:pt x="2164" y="3506"/>
                      </a:cubicBezTo>
                      <a:cubicBezTo>
                        <a:pt x="2183" y="3506"/>
                        <a:pt x="2202" y="3505"/>
                        <a:pt x="2213" y="3518"/>
                      </a:cubicBezTo>
                      <a:cubicBezTo>
                        <a:pt x="2229" y="3500"/>
                        <a:pt x="2246" y="3482"/>
                        <a:pt x="2264" y="3465"/>
                      </a:cubicBezTo>
                      <a:cubicBezTo>
                        <a:pt x="2282" y="3448"/>
                        <a:pt x="2302" y="3432"/>
                        <a:pt x="2322" y="3417"/>
                      </a:cubicBezTo>
                      <a:cubicBezTo>
                        <a:pt x="2307" y="3427"/>
                        <a:pt x="2298" y="3456"/>
                        <a:pt x="2290" y="3471"/>
                      </a:cubicBezTo>
                      <a:cubicBezTo>
                        <a:pt x="2279" y="3491"/>
                        <a:pt x="2270" y="3512"/>
                        <a:pt x="2262" y="3533"/>
                      </a:cubicBezTo>
                      <a:cubicBezTo>
                        <a:pt x="2246" y="3573"/>
                        <a:pt x="2234" y="3615"/>
                        <a:pt x="2222" y="3657"/>
                      </a:cubicBezTo>
                      <a:cubicBezTo>
                        <a:pt x="2198" y="3738"/>
                        <a:pt x="2185" y="3828"/>
                        <a:pt x="2144" y="3905"/>
                      </a:cubicBezTo>
                      <a:cubicBezTo>
                        <a:pt x="2138" y="3916"/>
                        <a:pt x="2129" y="3927"/>
                        <a:pt x="2123" y="3938"/>
                      </a:cubicBezTo>
                      <a:cubicBezTo>
                        <a:pt x="2117" y="3950"/>
                        <a:pt x="2110" y="3961"/>
                        <a:pt x="2107" y="3973"/>
                      </a:cubicBezTo>
                      <a:cubicBezTo>
                        <a:pt x="2102" y="3994"/>
                        <a:pt x="2113" y="4000"/>
                        <a:pt x="2128" y="4000"/>
                      </a:cubicBezTo>
                      <a:cubicBezTo>
                        <a:pt x="2142" y="4000"/>
                        <a:pt x="2162" y="3994"/>
                        <a:pt x="2175" y="3990"/>
                      </a:cubicBezTo>
                      <a:cubicBezTo>
                        <a:pt x="2158" y="3999"/>
                        <a:pt x="2129" y="4029"/>
                        <a:pt x="2122" y="4037"/>
                      </a:cubicBezTo>
                      <a:cubicBezTo>
                        <a:pt x="2112" y="4049"/>
                        <a:pt x="2099" y="4067"/>
                        <a:pt x="2099" y="4082"/>
                      </a:cubicBezTo>
                      <a:cubicBezTo>
                        <a:pt x="2098" y="4095"/>
                        <a:pt x="2093" y="4096"/>
                        <a:pt x="2107" y="4091"/>
                      </a:cubicBezTo>
                      <a:cubicBezTo>
                        <a:pt x="2130" y="4082"/>
                        <a:pt x="2158" y="4040"/>
                        <a:pt x="2172" y="4024"/>
                      </a:cubicBezTo>
                      <a:cubicBezTo>
                        <a:pt x="2159" y="4055"/>
                        <a:pt x="2143" y="4086"/>
                        <a:pt x="2124" y="4114"/>
                      </a:cubicBezTo>
                      <a:cubicBezTo>
                        <a:pt x="2104" y="4143"/>
                        <a:pt x="2081" y="4170"/>
                        <a:pt x="2056" y="4195"/>
                      </a:cubicBezTo>
                      <a:cubicBezTo>
                        <a:pt x="2081" y="4194"/>
                        <a:pt x="2105" y="4191"/>
                        <a:pt x="2129" y="4185"/>
                      </a:cubicBezTo>
                      <a:cubicBezTo>
                        <a:pt x="2153" y="4179"/>
                        <a:pt x="2176" y="4170"/>
                        <a:pt x="2197" y="4160"/>
                      </a:cubicBezTo>
                      <a:cubicBezTo>
                        <a:pt x="2182" y="4214"/>
                        <a:pt x="2139" y="4276"/>
                        <a:pt x="2090" y="4334"/>
                      </a:cubicBezTo>
                      <a:cubicBezTo>
                        <a:pt x="2042" y="4393"/>
                        <a:pt x="1988" y="4450"/>
                        <a:pt x="1948" y="4494"/>
                      </a:cubicBezTo>
                      <a:cubicBezTo>
                        <a:pt x="1965" y="4482"/>
                        <a:pt x="1983" y="4471"/>
                        <a:pt x="2003" y="4463"/>
                      </a:cubicBezTo>
                      <a:cubicBezTo>
                        <a:pt x="2022" y="4454"/>
                        <a:pt x="2043" y="4448"/>
                        <a:pt x="2064" y="4444"/>
                      </a:cubicBezTo>
                      <a:cubicBezTo>
                        <a:pt x="2048" y="4481"/>
                        <a:pt x="2020" y="4500"/>
                        <a:pt x="1995" y="4520"/>
                      </a:cubicBezTo>
                      <a:cubicBezTo>
                        <a:pt x="1970" y="4539"/>
                        <a:pt x="1949" y="4559"/>
                        <a:pt x="1948" y="4599"/>
                      </a:cubicBezTo>
                      <a:cubicBezTo>
                        <a:pt x="1960" y="4602"/>
                        <a:pt x="1972" y="4602"/>
                        <a:pt x="1983" y="4599"/>
                      </a:cubicBezTo>
                      <a:cubicBezTo>
                        <a:pt x="1994" y="4596"/>
                        <a:pt x="2005" y="4591"/>
                        <a:pt x="2013" y="4585"/>
                      </a:cubicBezTo>
                      <a:cubicBezTo>
                        <a:pt x="1953" y="4644"/>
                        <a:pt x="1907" y="4722"/>
                        <a:pt x="1863" y="4803"/>
                      </a:cubicBezTo>
                      <a:cubicBezTo>
                        <a:pt x="1820" y="4884"/>
                        <a:pt x="1780" y="4967"/>
                        <a:pt x="1733" y="5036"/>
                      </a:cubicBezTo>
                      <a:cubicBezTo>
                        <a:pt x="1840" y="5036"/>
                        <a:pt x="1865" y="5113"/>
                        <a:pt x="1904" y="5196"/>
                      </a:cubicBezTo>
                      <a:cubicBezTo>
                        <a:pt x="1943" y="5279"/>
                        <a:pt x="1995" y="5370"/>
                        <a:pt x="2156" y="5398"/>
                      </a:cubicBezTo>
                      <a:cubicBezTo>
                        <a:pt x="2223" y="5273"/>
                        <a:pt x="2146" y="5199"/>
                        <a:pt x="2052" y="5131"/>
                      </a:cubicBezTo>
                      <a:cubicBezTo>
                        <a:pt x="1958" y="5064"/>
                        <a:pt x="1848" y="5004"/>
                        <a:pt x="1848" y="4905"/>
                      </a:cubicBezTo>
                      <a:cubicBezTo>
                        <a:pt x="1966" y="4920"/>
                        <a:pt x="1955" y="4946"/>
                        <a:pt x="1956" y="4962"/>
                      </a:cubicBezTo>
                      <a:cubicBezTo>
                        <a:pt x="1956" y="4978"/>
                        <a:pt x="1969" y="4985"/>
                        <a:pt x="2134" y="4962"/>
                      </a:cubicBezTo>
                      <a:cubicBezTo>
                        <a:pt x="2069" y="5018"/>
                        <a:pt x="2168" y="5171"/>
                        <a:pt x="2206" y="5300"/>
                      </a:cubicBezTo>
                      <a:cubicBezTo>
                        <a:pt x="2244" y="5429"/>
                        <a:pt x="2222" y="5534"/>
                        <a:pt x="1916" y="5492"/>
                      </a:cubicBezTo>
                      <a:cubicBezTo>
                        <a:pt x="1987" y="5490"/>
                        <a:pt x="2042" y="5498"/>
                        <a:pt x="2084" y="5492"/>
                      </a:cubicBezTo>
                      <a:cubicBezTo>
                        <a:pt x="2127" y="5486"/>
                        <a:pt x="2157" y="5466"/>
                        <a:pt x="2178" y="5411"/>
                      </a:cubicBezTo>
                      <a:cubicBezTo>
                        <a:pt x="2134" y="5409"/>
                        <a:pt x="2091" y="5403"/>
                        <a:pt x="2049" y="5394"/>
                      </a:cubicBezTo>
                      <a:cubicBezTo>
                        <a:pt x="2007" y="5385"/>
                        <a:pt x="1966" y="5373"/>
                        <a:pt x="1926" y="5357"/>
                      </a:cubicBezTo>
                      <a:cubicBezTo>
                        <a:pt x="1778" y="5653"/>
                        <a:pt x="1679" y="5963"/>
                        <a:pt x="1583" y="6273"/>
                      </a:cubicBezTo>
                      <a:cubicBezTo>
                        <a:pt x="1487" y="6583"/>
                        <a:pt x="1392" y="6893"/>
                        <a:pt x="1252" y="7190"/>
                      </a:cubicBezTo>
                      <a:cubicBezTo>
                        <a:pt x="1268" y="7196"/>
                        <a:pt x="1293" y="7195"/>
                        <a:pt x="1318" y="7192"/>
                      </a:cubicBezTo>
                      <a:cubicBezTo>
                        <a:pt x="1342" y="7189"/>
                        <a:pt x="1366" y="7183"/>
                        <a:pt x="1379" y="7181"/>
                      </a:cubicBezTo>
                      <a:cubicBezTo>
                        <a:pt x="1073" y="7477"/>
                        <a:pt x="1612" y="8229"/>
                        <a:pt x="1966" y="8438"/>
                      </a:cubicBezTo>
                      <a:cubicBezTo>
                        <a:pt x="2006" y="8462"/>
                        <a:pt x="2126" y="8461"/>
                        <a:pt x="2188" y="8471"/>
                      </a:cubicBezTo>
                      <a:cubicBezTo>
                        <a:pt x="2309" y="8490"/>
                        <a:pt x="2348" y="8876"/>
                        <a:pt x="2451" y="9022"/>
                      </a:cubicBezTo>
                      <a:cubicBezTo>
                        <a:pt x="2606" y="9243"/>
                        <a:pt x="2776" y="9338"/>
                        <a:pt x="2785" y="9558"/>
                      </a:cubicBezTo>
                      <a:cubicBezTo>
                        <a:pt x="2795" y="9789"/>
                        <a:pt x="3214" y="9864"/>
                        <a:pt x="3214" y="10097"/>
                      </a:cubicBezTo>
                      <a:cubicBezTo>
                        <a:pt x="3214" y="10202"/>
                        <a:pt x="3338" y="10746"/>
                        <a:pt x="3406" y="10808"/>
                      </a:cubicBezTo>
                      <a:cubicBezTo>
                        <a:pt x="3678" y="11056"/>
                        <a:pt x="4114" y="11262"/>
                        <a:pt x="4494" y="11359"/>
                      </a:cubicBezTo>
                      <a:cubicBezTo>
                        <a:pt x="5152" y="11528"/>
                        <a:pt x="5626" y="11520"/>
                        <a:pt x="6228" y="11836"/>
                      </a:cubicBezTo>
                      <a:cubicBezTo>
                        <a:pt x="6475" y="11966"/>
                        <a:pt x="6741" y="12038"/>
                        <a:pt x="7030" y="11971"/>
                      </a:cubicBezTo>
                      <a:cubicBezTo>
                        <a:pt x="7038" y="12021"/>
                        <a:pt x="7129" y="12167"/>
                        <a:pt x="7229" y="12311"/>
                      </a:cubicBezTo>
                      <a:cubicBezTo>
                        <a:pt x="7329" y="12456"/>
                        <a:pt x="7439" y="12599"/>
                        <a:pt x="7485" y="12642"/>
                      </a:cubicBezTo>
                      <a:cubicBezTo>
                        <a:pt x="7544" y="12503"/>
                        <a:pt x="7649" y="12596"/>
                        <a:pt x="7732" y="12694"/>
                      </a:cubicBezTo>
                      <a:cubicBezTo>
                        <a:pt x="7816" y="12792"/>
                        <a:pt x="7878" y="12894"/>
                        <a:pt x="7849" y="12774"/>
                      </a:cubicBezTo>
                      <a:cubicBezTo>
                        <a:pt x="7920" y="12818"/>
                        <a:pt x="8051" y="12886"/>
                        <a:pt x="8187" y="12931"/>
                      </a:cubicBezTo>
                      <a:cubicBezTo>
                        <a:pt x="8323" y="12975"/>
                        <a:pt x="8464" y="12997"/>
                        <a:pt x="8552" y="12950"/>
                      </a:cubicBezTo>
                      <a:cubicBezTo>
                        <a:pt x="8517" y="12797"/>
                        <a:pt x="8514" y="12731"/>
                        <a:pt x="8810" y="12777"/>
                      </a:cubicBezTo>
                      <a:cubicBezTo>
                        <a:pt x="9173" y="12834"/>
                        <a:pt x="8835" y="12855"/>
                        <a:pt x="8926" y="13007"/>
                      </a:cubicBezTo>
                      <a:cubicBezTo>
                        <a:pt x="9029" y="13179"/>
                        <a:pt x="9217" y="12964"/>
                        <a:pt x="9134" y="13273"/>
                      </a:cubicBezTo>
                      <a:cubicBezTo>
                        <a:pt x="9117" y="13337"/>
                        <a:pt x="8991" y="13626"/>
                        <a:pt x="9172" y="13622"/>
                      </a:cubicBezTo>
                      <a:cubicBezTo>
                        <a:pt x="9020" y="13817"/>
                        <a:pt x="8780" y="13910"/>
                        <a:pt x="8661" y="14079"/>
                      </a:cubicBezTo>
                      <a:cubicBezTo>
                        <a:pt x="8557" y="14227"/>
                        <a:pt x="8629" y="14694"/>
                        <a:pt x="8434" y="14765"/>
                      </a:cubicBezTo>
                      <a:cubicBezTo>
                        <a:pt x="8580" y="14834"/>
                        <a:pt x="8589" y="14835"/>
                        <a:pt x="8588" y="14818"/>
                      </a:cubicBezTo>
                      <a:cubicBezTo>
                        <a:pt x="8587" y="14802"/>
                        <a:pt x="8576" y="14768"/>
                        <a:pt x="8682" y="14768"/>
                      </a:cubicBezTo>
                      <a:cubicBezTo>
                        <a:pt x="8682" y="14929"/>
                        <a:pt x="8314" y="14879"/>
                        <a:pt x="8339" y="15107"/>
                      </a:cubicBezTo>
                      <a:cubicBezTo>
                        <a:pt x="8363" y="15328"/>
                        <a:pt x="8698" y="15501"/>
                        <a:pt x="8878" y="15624"/>
                      </a:cubicBezTo>
                      <a:cubicBezTo>
                        <a:pt x="9401" y="15981"/>
                        <a:pt x="9372" y="16672"/>
                        <a:pt x="10002" y="16892"/>
                      </a:cubicBezTo>
                      <a:cubicBezTo>
                        <a:pt x="10211" y="16965"/>
                        <a:pt x="10545" y="16936"/>
                        <a:pt x="10668" y="17130"/>
                      </a:cubicBezTo>
                      <a:cubicBezTo>
                        <a:pt x="10850" y="17418"/>
                        <a:pt x="10787" y="17763"/>
                        <a:pt x="10700" y="18065"/>
                      </a:cubicBezTo>
                      <a:cubicBezTo>
                        <a:pt x="10631" y="18311"/>
                        <a:pt x="10524" y="18547"/>
                        <a:pt x="10434" y="18787"/>
                      </a:cubicBezTo>
                      <a:cubicBezTo>
                        <a:pt x="10384" y="18920"/>
                        <a:pt x="10359" y="19058"/>
                        <a:pt x="10332" y="19196"/>
                      </a:cubicBezTo>
                      <a:cubicBezTo>
                        <a:pt x="10306" y="19331"/>
                        <a:pt x="10277" y="19470"/>
                        <a:pt x="10213" y="19597"/>
                      </a:cubicBezTo>
                      <a:cubicBezTo>
                        <a:pt x="10162" y="19698"/>
                        <a:pt x="10068" y="19780"/>
                        <a:pt x="10020" y="19881"/>
                      </a:cubicBezTo>
                      <a:cubicBezTo>
                        <a:pt x="9966" y="19996"/>
                        <a:pt x="9893" y="20188"/>
                        <a:pt x="9975" y="20305"/>
                      </a:cubicBezTo>
                      <a:cubicBezTo>
                        <a:pt x="10077" y="20451"/>
                        <a:pt x="10044" y="20404"/>
                        <a:pt x="9973" y="20614"/>
                      </a:cubicBezTo>
                      <a:cubicBezTo>
                        <a:pt x="9876" y="20903"/>
                        <a:pt x="9774" y="20847"/>
                        <a:pt x="9560" y="20897"/>
                      </a:cubicBezTo>
                      <a:cubicBezTo>
                        <a:pt x="9593" y="20912"/>
                        <a:pt x="9606" y="20927"/>
                        <a:pt x="9601" y="20941"/>
                      </a:cubicBezTo>
                      <a:cubicBezTo>
                        <a:pt x="9595" y="20955"/>
                        <a:pt x="9571" y="20969"/>
                        <a:pt x="9527" y="20983"/>
                      </a:cubicBezTo>
                      <a:cubicBezTo>
                        <a:pt x="9655" y="20950"/>
                        <a:pt x="9711" y="20956"/>
                        <a:pt x="9726" y="20997"/>
                      </a:cubicBezTo>
                      <a:cubicBezTo>
                        <a:pt x="9740" y="21039"/>
                        <a:pt x="9713" y="21116"/>
                        <a:pt x="9675" y="21225"/>
                      </a:cubicBezTo>
                      <a:cubicBezTo>
                        <a:pt x="9687" y="21226"/>
                        <a:pt x="9699" y="21225"/>
                        <a:pt x="9710" y="21223"/>
                      </a:cubicBezTo>
                      <a:cubicBezTo>
                        <a:pt x="9721" y="21220"/>
                        <a:pt x="9732" y="21216"/>
                        <a:pt x="9741" y="21211"/>
                      </a:cubicBezTo>
                      <a:cubicBezTo>
                        <a:pt x="9692" y="21250"/>
                        <a:pt x="9672" y="21280"/>
                        <a:pt x="9675" y="21296"/>
                      </a:cubicBezTo>
                      <a:cubicBezTo>
                        <a:pt x="9677" y="21312"/>
                        <a:pt x="9702" y="21315"/>
                        <a:pt x="9740" y="21299"/>
                      </a:cubicBezTo>
                      <a:cubicBezTo>
                        <a:pt x="9671" y="21328"/>
                        <a:pt x="9692" y="21483"/>
                        <a:pt x="9721" y="21525"/>
                      </a:cubicBezTo>
                      <a:cubicBezTo>
                        <a:pt x="9764" y="21592"/>
                        <a:pt x="9841" y="21594"/>
                        <a:pt x="9922" y="21585"/>
                      </a:cubicBezTo>
                      <a:cubicBezTo>
                        <a:pt x="9984" y="21578"/>
                        <a:pt x="10434" y="21399"/>
                        <a:pt x="10462" y="21434"/>
                      </a:cubicBezTo>
                      <a:cubicBezTo>
                        <a:pt x="10449" y="21418"/>
                        <a:pt x="10435" y="21407"/>
                        <a:pt x="10418" y="21401"/>
                      </a:cubicBezTo>
                      <a:cubicBezTo>
                        <a:pt x="10401" y="21394"/>
                        <a:pt x="10384" y="21391"/>
                        <a:pt x="10363" y="21393"/>
                      </a:cubicBezTo>
                      <a:cubicBezTo>
                        <a:pt x="10381" y="21382"/>
                        <a:pt x="10410" y="21335"/>
                        <a:pt x="10438" y="21291"/>
                      </a:cubicBezTo>
                      <a:cubicBezTo>
                        <a:pt x="10466" y="21246"/>
                        <a:pt x="10495" y="21203"/>
                        <a:pt x="10513" y="21200"/>
                      </a:cubicBezTo>
                      <a:cubicBezTo>
                        <a:pt x="10508" y="21216"/>
                        <a:pt x="10612" y="21174"/>
                        <a:pt x="10731" y="21120"/>
                      </a:cubicBezTo>
                      <a:cubicBezTo>
                        <a:pt x="10849" y="21065"/>
                        <a:pt x="10981" y="20999"/>
                        <a:pt x="11029" y="20966"/>
                      </a:cubicBezTo>
                      <a:cubicBezTo>
                        <a:pt x="10996" y="20933"/>
                        <a:pt x="10959" y="20906"/>
                        <a:pt x="10916" y="20885"/>
                      </a:cubicBezTo>
                      <a:cubicBezTo>
                        <a:pt x="10874" y="20865"/>
                        <a:pt x="10827" y="20850"/>
                        <a:pt x="10776" y="20842"/>
                      </a:cubicBezTo>
                      <a:cubicBezTo>
                        <a:pt x="10769" y="20823"/>
                        <a:pt x="10918" y="20718"/>
                        <a:pt x="11074" y="20611"/>
                      </a:cubicBezTo>
                      <a:cubicBezTo>
                        <a:pt x="11231" y="20504"/>
                        <a:pt x="11395" y="20396"/>
                        <a:pt x="11418" y="20371"/>
                      </a:cubicBezTo>
                      <a:cubicBezTo>
                        <a:pt x="11400" y="20378"/>
                        <a:pt x="11383" y="20380"/>
                        <a:pt x="11365" y="20379"/>
                      </a:cubicBezTo>
                      <a:cubicBezTo>
                        <a:pt x="11346" y="20378"/>
                        <a:pt x="11329" y="20374"/>
                        <a:pt x="11312" y="20365"/>
                      </a:cubicBezTo>
                      <a:cubicBezTo>
                        <a:pt x="11332" y="20359"/>
                        <a:pt x="11387" y="20341"/>
                        <a:pt x="11442" y="20326"/>
                      </a:cubicBezTo>
                      <a:cubicBezTo>
                        <a:pt x="11497" y="20312"/>
                        <a:pt x="11552" y="20299"/>
                        <a:pt x="11571" y="20303"/>
                      </a:cubicBezTo>
                      <a:cubicBezTo>
                        <a:pt x="11537" y="20296"/>
                        <a:pt x="11485" y="20273"/>
                        <a:pt x="11433" y="20255"/>
                      </a:cubicBezTo>
                      <a:cubicBezTo>
                        <a:pt x="11381" y="20237"/>
                        <a:pt x="11329" y="20223"/>
                        <a:pt x="11296" y="20236"/>
                      </a:cubicBezTo>
                      <a:cubicBezTo>
                        <a:pt x="11332" y="20204"/>
                        <a:pt x="11488" y="20114"/>
                        <a:pt x="11638" y="20032"/>
                      </a:cubicBezTo>
                      <a:cubicBezTo>
                        <a:pt x="11788" y="19950"/>
                        <a:pt x="11932" y="19876"/>
                        <a:pt x="11948" y="19876"/>
                      </a:cubicBezTo>
                      <a:cubicBezTo>
                        <a:pt x="11958" y="19914"/>
                        <a:pt x="12173" y="19837"/>
                        <a:pt x="12394" y="19739"/>
                      </a:cubicBezTo>
                      <a:cubicBezTo>
                        <a:pt x="12615" y="19641"/>
                        <a:pt x="12842" y="19523"/>
                        <a:pt x="12876" y="19478"/>
                      </a:cubicBezTo>
                      <a:lnTo>
                        <a:pt x="12871" y="19479"/>
                      </a:lnTo>
                      <a:cubicBezTo>
                        <a:pt x="12909" y="19363"/>
                        <a:pt x="12795" y="19310"/>
                        <a:pt x="12712" y="19254"/>
                      </a:cubicBezTo>
                      <a:cubicBezTo>
                        <a:pt x="12629" y="19198"/>
                        <a:pt x="12578" y="19138"/>
                        <a:pt x="12739" y="19005"/>
                      </a:cubicBezTo>
                      <a:cubicBezTo>
                        <a:pt x="12739" y="19378"/>
                        <a:pt x="13027" y="19263"/>
                        <a:pt x="13341" y="19051"/>
                      </a:cubicBezTo>
                      <a:cubicBezTo>
                        <a:pt x="13656" y="18839"/>
                        <a:pt x="13998" y="18530"/>
                        <a:pt x="14105" y="18515"/>
                      </a:cubicBezTo>
                      <a:cubicBezTo>
                        <a:pt x="14082" y="18543"/>
                        <a:pt x="14060" y="18571"/>
                        <a:pt x="14038" y="18600"/>
                      </a:cubicBezTo>
                      <a:cubicBezTo>
                        <a:pt x="14016" y="18629"/>
                        <a:pt x="13996" y="18658"/>
                        <a:pt x="13976" y="18688"/>
                      </a:cubicBezTo>
                      <a:cubicBezTo>
                        <a:pt x="14141" y="18536"/>
                        <a:pt x="14316" y="18386"/>
                        <a:pt x="14443" y="18208"/>
                      </a:cubicBezTo>
                      <a:cubicBezTo>
                        <a:pt x="14557" y="18048"/>
                        <a:pt x="14489" y="17831"/>
                        <a:pt x="14653" y="17702"/>
                      </a:cubicBezTo>
                      <a:cubicBezTo>
                        <a:pt x="14942" y="17474"/>
                        <a:pt x="15363" y="17362"/>
                        <a:pt x="15675" y="17185"/>
                      </a:cubicBezTo>
                      <a:cubicBezTo>
                        <a:pt x="16022" y="16988"/>
                        <a:pt x="16194" y="16726"/>
                        <a:pt x="16288" y="16390"/>
                      </a:cubicBezTo>
                      <a:cubicBezTo>
                        <a:pt x="16317" y="16285"/>
                        <a:pt x="16486" y="15650"/>
                        <a:pt x="16437" y="15664"/>
                      </a:cubicBezTo>
                      <a:close/>
                      <a:moveTo>
                        <a:pt x="14628" y="13362"/>
                      </a:moveTo>
                      <a:lnTo>
                        <a:pt x="14630" y="13364"/>
                      </a:lnTo>
                      <a:lnTo>
                        <a:pt x="14632" y="13365"/>
                      </a:lnTo>
                      <a:cubicBezTo>
                        <a:pt x="14632" y="13363"/>
                        <a:pt x="14632" y="13361"/>
                        <a:pt x="14631" y="13361"/>
                      </a:cubicBezTo>
                      <a:cubicBezTo>
                        <a:pt x="14630" y="13360"/>
                        <a:pt x="14628" y="13361"/>
                        <a:pt x="14628" y="13362"/>
                      </a:cubicBezTo>
                      <a:close/>
                      <a:moveTo>
                        <a:pt x="1952" y="1957"/>
                      </a:moveTo>
                      <a:cubicBezTo>
                        <a:pt x="1962" y="1957"/>
                        <a:pt x="1973" y="1956"/>
                        <a:pt x="1983" y="1954"/>
                      </a:cubicBezTo>
                      <a:cubicBezTo>
                        <a:pt x="1993" y="1952"/>
                        <a:pt x="2002" y="1949"/>
                        <a:pt x="2012" y="1946"/>
                      </a:cubicBezTo>
                      <a:cubicBezTo>
                        <a:pt x="2004" y="1946"/>
                        <a:pt x="1996" y="1947"/>
                        <a:pt x="1986" y="1949"/>
                      </a:cubicBezTo>
                      <a:cubicBezTo>
                        <a:pt x="1976" y="1951"/>
                        <a:pt x="1965" y="1953"/>
                        <a:pt x="1952" y="1957"/>
                      </a:cubicBezTo>
                      <a:close/>
                      <a:moveTo>
                        <a:pt x="10376" y="5716"/>
                      </a:moveTo>
                      <a:cubicBezTo>
                        <a:pt x="10382" y="5717"/>
                        <a:pt x="10389" y="5718"/>
                        <a:pt x="10395" y="5720"/>
                      </a:cubicBezTo>
                      <a:cubicBezTo>
                        <a:pt x="10401" y="5721"/>
                        <a:pt x="10407" y="5723"/>
                        <a:pt x="10412" y="5724"/>
                      </a:cubicBezTo>
                      <a:cubicBezTo>
                        <a:pt x="10426" y="5720"/>
                        <a:pt x="10434" y="5716"/>
                        <a:pt x="10429" y="5714"/>
                      </a:cubicBezTo>
                      <a:cubicBezTo>
                        <a:pt x="10425" y="5712"/>
                        <a:pt x="10409" y="5712"/>
                        <a:pt x="10376" y="5716"/>
                      </a:cubicBezTo>
                      <a:close/>
                      <a:moveTo>
                        <a:pt x="18164" y="4518"/>
                      </a:moveTo>
                      <a:cubicBezTo>
                        <a:pt x="18146" y="4555"/>
                        <a:pt x="18204" y="4604"/>
                        <a:pt x="18270" y="4648"/>
                      </a:cubicBezTo>
                      <a:cubicBezTo>
                        <a:pt x="18335" y="4693"/>
                        <a:pt x="18410" y="4732"/>
                        <a:pt x="18427" y="4751"/>
                      </a:cubicBezTo>
                      <a:cubicBezTo>
                        <a:pt x="18434" y="4707"/>
                        <a:pt x="18391" y="4618"/>
                        <a:pt x="18330" y="4544"/>
                      </a:cubicBezTo>
                      <a:cubicBezTo>
                        <a:pt x="18268" y="4470"/>
                        <a:pt x="18190" y="4410"/>
                        <a:pt x="18127" y="4423"/>
                      </a:cubicBezTo>
                      <a:cubicBezTo>
                        <a:pt x="18131" y="4439"/>
                        <a:pt x="18137" y="4455"/>
                        <a:pt x="18143" y="4471"/>
                      </a:cubicBezTo>
                      <a:cubicBezTo>
                        <a:pt x="18149" y="4487"/>
                        <a:pt x="18156" y="4502"/>
                        <a:pt x="18164" y="4518"/>
                      </a:cubicBezTo>
                      <a:cubicBezTo>
                        <a:pt x="18154" y="4538"/>
                        <a:pt x="18155" y="4536"/>
                        <a:pt x="18158" y="4530"/>
                      </a:cubicBezTo>
                      <a:cubicBezTo>
                        <a:pt x="18161" y="4525"/>
                        <a:pt x="18165" y="4514"/>
                        <a:pt x="18164" y="4518"/>
                      </a:cubicBezTo>
                      <a:close/>
                      <a:moveTo>
                        <a:pt x="18030" y="4236"/>
                      </a:moveTo>
                      <a:cubicBezTo>
                        <a:pt x="18011" y="4219"/>
                        <a:pt x="17992" y="4203"/>
                        <a:pt x="17972" y="4186"/>
                      </a:cubicBezTo>
                      <a:cubicBezTo>
                        <a:pt x="17952" y="4170"/>
                        <a:pt x="17932" y="4154"/>
                        <a:pt x="17911" y="4139"/>
                      </a:cubicBezTo>
                      <a:cubicBezTo>
                        <a:pt x="17897" y="4168"/>
                        <a:pt x="17942" y="4238"/>
                        <a:pt x="18000" y="4298"/>
                      </a:cubicBezTo>
                      <a:cubicBezTo>
                        <a:pt x="18057" y="4357"/>
                        <a:pt x="18127" y="4405"/>
                        <a:pt x="18163" y="4389"/>
                      </a:cubicBezTo>
                      <a:cubicBezTo>
                        <a:pt x="18141" y="4364"/>
                        <a:pt x="18119" y="4338"/>
                        <a:pt x="18096" y="4313"/>
                      </a:cubicBezTo>
                      <a:cubicBezTo>
                        <a:pt x="18074" y="4287"/>
                        <a:pt x="18052" y="4262"/>
                        <a:pt x="18030" y="4236"/>
                      </a:cubicBezTo>
                      <a:cubicBezTo>
                        <a:pt x="18016" y="4222"/>
                        <a:pt x="18018" y="4224"/>
                        <a:pt x="18022" y="4229"/>
                      </a:cubicBezTo>
                      <a:cubicBezTo>
                        <a:pt x="18027" y="4233"/>
                        <a:pt x="18034" y="4240"/>
                        <a:pt x="18030" y="4236"/>
                      </a:cubicBezTo>
                      <a:close/>
                      <a:moveTo>
                        <a:pt x="15747" y="3694"/>
                      </a:moveTo>
                      <a:cubicBezTo>
                        <a:pt x="15680" y="3615"/>
                        <a:pt x="15630" y="3527"/>
                        <a:pt x="15582" y="3439"/>
                      </a:cubicBezTo>
                      <a:cubicBezTo>
                        <a:pt x="15526" y="3337"/>
                        <a:pt x="15469" y="3209"/>
                        <a:pt x="15354" y="3146"/>
                      </a:cubicBezTo>
                      <a:cubicBezTo>
                        <a:pt x="15327" y="3132"/>
                        <a:pt x="15299" y="3122"/>
                        <a:pt x="15269" y="3115"/>
                      </a:cubicBezTo>
                      <a:cubicBezTo>
                        <a:pt x="15263" y="3114"/>
                        <a:pt x="15241" y="3113"/>
                        <a:pt x="15221" y="3111"/>
                      </a:cubicBezTo>
                      <a:cubicBezTo>
                        <a:pt x="15200" y="3109"/>
                        <a:pt x="15180" y="3107"/>
                        <a:pt x="15178" y="3104"/>
                      </a:cubicBezTo>
                      <a:cubicBezTo>
                        <a:pt x="15199" y="3138"/>
                        <a:pt x="15222" y="3173"/>
                        <a:pt x="15245" y="3206"/>
                      </a:cubicBezTo>
                      <a:cubicBezTo>
                        <a:pt x="15268" y="3240"/>
                        <a:pt x="15292" y="3273"/>
                        <a:pt x="15317" y="3306"/>
                      </a:cubicBezTo>
                      <a:cubicBezTo>
                        <a:pt x="15317" y="3304"/>
                        <a:pt x="15295" y="3305"/>
                        <a:pt x="15273" y="3307"/>
                      </a:cubicBezTo>
                      <a:cubicBezTo>
                        <a:pt x="15251" y="3309"/>
                        <a:pt x="15227" y="3312"/>
                        <a:pt x="15224" y="3314"/>
                      </a:cubicBezTo>
                      <a:cubicBezTo>
                        <a:pt x="15249" y="3334"/>
                        <a:pt x="15280" y="3349"/>
                        <a:pt x="15306" y="3367"/>
                      </a:cubicBezTo>
                      <a:cubicBezTo>
                        <a:pt x="15330" y="3383"/>
                        <a:pt x="15356" y="3395"/>
                        <a:pt x="15380" y="3410"/>
                      </a:cubicBezTo>
                      <a:cubicBezTo>
                        <a:pt x="15391" y="3418"/>
                        <a:pt x="15402" y="3426"/>
                        <a:pt x="15410" y="3436"/>
                      </a:cubicBezTo>
                      <a:cubicBezTo>
                        <a:pt x="15433" y="3462"/>
                        <a:pt x="15449" y="3492"/>
                        <a:pt x="15475" y="3517"/>
                      </a:cubicBezTo>
                      <a:cubicBezTo>
                        <a:pt x="15499" y="3538"/>
                        <a:pt x="15525" y="3557"/>
                        <a:pt x="15551" y="3576"/>
                      </a:cubicBezTo>
                      <a:cubicBezTo>
                        <a:pt x="15605" y="3616"/>
                        <a:pt x="15659" y="3652"/>
                        <a:pt x="15717" y="3686"/>
                      </a:cubicBezTo>
                      <a:cubicBezTo>
                        <a:pt x="15729" y="3693"/>
                        <a:pt x="15740" y="3702"/>
                        <a:pt x="15755" y="3704"/>
                      </a:cubicBezTo>
                      <a:cubicBezTo>
                        <a:pt x="15752" y="3700"/>
                        <a:pt x="15749" y="3697"/>
                        <a:pt x="15747" y="3694"/>
                      </a:cubicBezTo>
                      <a:close/>
                      <a:moveTo>
                        <a:pt x="14632" y="2497"/>
                      </a:moveTo>
                      <a:cubicBezTo>
                        <a:pt x="14726" y="2583"/>
                        <a:pt x="14730" y="2581"/>
                        <a:pt x="14708" y="2559"/>
                      </a:cubicBezTo>
                      <a:cubicBezTo>
                        <a:pt x="14687" y="2537"/>
                        <a:pt x="14640" y="2494"/>
                        <a:pt x="14632" y="2497"/>
                      </a:cubicBezTo>
                      <a:cubicBezTo>
                        <a:pt x="14639" y="2494"/>
                        <a:pt x="14755" y="2601"/>
                        <a:pt x="14768" y="2612"/>
                      </a:cubicBezTo>
                      <a:cubicBezTo>
                        <a:pt x="14817" y="2650"/>
                        <a:pt x="14866" y="2687"/>
                        <a:pt x="14917" y="2724"/>
                      </a:cubicBezTo>
                      <a:cubicBezTo>
                        <a:pt x="14968" y="2760"/>
                        <a:pt x="15019" y="2796"/>
                        <a:pt x="15070" y="2832"/>
                      </a:cubicBezTo>
                      <a:cubicBezTo>
                        <a:pt x="15114" y="2863"/>
                        <a:pt x="15148" y="2898"/>
                        <a:pt x="15197" y="2924"/>
                      </a:cubicBezTo>
                      <a:cubicBezTo>
                        <a:pt x="15203" y="2916"/>
                        <a:pt x="15199" y="2906"/>
                        <a:pt x="15193" y="2897"/>
                      </a:cubicBezTo>
                      <a:cubicBezTo>
                        <a:pt x="15186" y="2887"/>
                        <a:pt x="15176" y="2879"/>
                        <a:pt x="15167" y="2876"/>
                      </a:cubicBezTo>
                      <a:cubicBezTo>
                        <a:pt x="15183" y="2882"/>
                        <a:pt x="15191" y="2885"/>
                        <a:pt x="15192" y="2884"/>
                      </a:cubicBezTo>
                      <a:cubicBezTo>
                        <a:pt x="15194" y="2883"/>
                        <a:pt x="15187" y="2879"/>
                        <a:pt x="15174" y="2871"/>
                      </a:cubicBezTo>
                      <a:cubicBezTo>
                        <a:pt x="15224" y="2867"/>
                        <a:pt x="15273" y="2906"/>
                        <a:pt x="15322" y="2948"/>
                      </a:cubicBezTo>
                      <a:cubicBezTo>
                        <a:pt x="15370" y="2990"/>
                        <a:pt x="15418" y="3036"/>
                        <a:pt x="15464" y="3046"/>
                      </a:cubicBezTo>
                      <a:cubicBezTo>
                        <a:pt x="15450" y="3023"/>
                        <a:pt x="15446" y="3005"/>
                        <a:pt x="15452" y="2993"/>
                      </a:cubicBezTo>
                      <a:cubicBezTo>
                        <a:pt x="15459" y="2981"/>
                        <a:pt x="15475" y="2974"/>
                        <a:pt x="15502" y="2973"/>
                      </a:cubicBezTo>
                      <a:cubicBezTo>
                        <a:pt x="15475" y="2994"/>
                        <a:pt x="15495" y="3010"/>
                        <a:pt x="15523" y="3019"/>
                      </a:cubicBezTo>
                      <a:cubicBezTo>
                        <a:pt x="15552" y="3028"/>
                        <a:pt x="15589" y="3030"/>
                        <a:pt x="15598" y="3022"/>
                      </a:cubicBezTo>
                      <a:cubicBezTo>
                        <a:pt x="15643" y="3037"/>
                        <a:pt x="15680" y="3057"/>
                        <a:pt x="15708" y="3082"/>
                      </a:cubicBezTo>
                      <a:cubicBezTo>
                        <a:pt x="15735" y="3106"/>
                        <a:pt x="15756" y="3136"/>
                        <a:pt x="15767" y="3170"/>
                      </a:cubicBezTo>
                      <a:cubicBezTo>
                        <a:pt x="15749" y="3172"/>
                        <a:pt x="15731" y="3174"/>
                        <a:pt x="15713" y="3176"/>
                      </a:cubicBezTo>
                      <a:cubicBezTo>
                        <a:pt x="15695" y="3177"/>
                        <a:pt x="15677" y="3178"/>
                        <a:pt x="15659" y="3179"/>
                      </a:cubicBezTo>
                      <a:cubicBezTo>
                        <a:pt x="15671" y="3183"/>
                        <a:pt x="15755" y="3255"/>
                        <a:pt x="15835" y="3327"/>
                      </a:cubicBezTo>
                      <a:cubicBezTo>
                        <a:pt x="15915" y="3399"/>
                        <a:pt x="15989" y="3471"/>
                        <a:pt x="15981" y="3477"/>
                      </a:cubicBezTo>
                      <a:cubicBezTo>
                        <a:pt x="16007" y="3500"/>
                        <a:pt x="16026" y="3478"/>
                        <a:pt x="16039" y="3449"/>
                      </a:cubicBezTo>
                      <a:cubicBezTo>
                        <a:pt x="16053" y="3419"/>
                        <a:pt x="16061" y="3381"/>
                        <a:pt x="16067" y="3369"/>
                      </a:cubicBezTo>
                      <a:cubicBezTo>
                        <a:pt x="16113" y="3381"/>
                        <a:pt x="16132" y="3448"/>
                        <a:pt x="16154" y="3523"/>
                      </a:cubicBezTo>
                      <a:cubicBezTo>
                        <a:pt x="16177" y="3599"/>
                        <a:pt x="16202" y="3684"/>
                        <a:pt x="16262" y="3732"/>
                      </a:cubicBezTo>
                      <a:cubicBezTo>
                        <a:pt x="16276" y="3660"/>
                        <a:pt x="16276" y="3607"/>
                        <a:pt x="16287" y="3556"/>
                      </a:cubicBezTo>
                      <a:cubicBezTo>
                        <a:pt x="16299" y="3505"/>
                        <a:pt x="16321" y="3456"/>
                        <a:pt x="16379" y="3395"/>
                      </a:cubicBezTo>
                      <a:cubicBezTo>
                        <a:pt x="16362" y="3378"/>
                        <a:pt x="16279" y="3286"/>
                        <a:pt x="16194" y="3204"/>
                      </a:cubicBezTo>
                      <a:cubicBezTo>
                        <a:pt x="16109" y="3122"/>
                        <a:pt x="16023" y="3051"/>
                        <a:pt x="15998" y="3077"/>
                      </a:cubicBezTo>
                      <a:cubicBezTo>
                        <a:pt x="16001" y="3087"/>
                        <a:pt x="16007" y="3096"/>
                        <a:pt x="16014" y="3105"/>
                      </a:cubicBezTo>
                      <a:cubicBezTo>
                        <a:pt x="16020" y="3114"/>
                        <a:pt x="16028" y="3122"/>
                        <a:pt x="16037" y="3129"/>
                      </a:cubicBezTo>
                      <a:cubicBezTo>
                        <a:pt x="15996" y="3110"/>
                        <a:pt x="15956" y="3090"/>
                        <a:pt x="15916" y="3070"/>
                      </a:cubicBezTo>
                      <a:cubicBezTo>
                        <a:pt x="15876" y="3049"/>
                        <a:pt x="15837" y="3027"/>
                        <a:pt x="15799" y="3005"/>
                      </a:cubicBezTo>
                      <a:cubicBezTo>
                        <a:pt x="15809" y="3004"/>
                        <a:pt x="15819" y="3004"/>
                        <a:pt x="15829" y="3005"/>
                      </a:cubicBezTo>
                      <a:cubicBezTo>
                        <a:pt x="15839" y="3006"/>
                        <a:pt x="15848" y="3007"/>
                        <a:pt x="15858" y="3009"/>
                      </a:cubicBezTo>
                      <a:cubicBezTo>
                        <a:pt x="15798" y="2968"/>
                        <a:pt x="15555" y="2832"/>
                        <a:pt x="15330" y="2728"/>
                      </a:cubicBezTo>
                      <a:cubicBezTo>
                        <a:pt x="15105" y="2623"/>
                        <a:pt x="14898" y="2550"/>
                        <a:pt x="14908" y="2631"/>
                      </a:cubicBezTo>
                      <a:cubicBezTo>
                        <a:pt x="14843" y="2619"/>
                        <a:pt x="14822" y="2570"/>
                        <a:pt x="14796" y="2526"/>
                      </a:cubicBezTo>
                      <a:cubicBezTo>
                        <a:pt x="14771" y="2481"/>
                        <a:pt x="14741" y="2441"/>
                        <a:pt x="14660" y="2446"/>
                      </a:cubicBezTo>
                      <a:cubicBezTo>
                        <a:pt x="14674" y="2465"/>
                        <a:pt x="14677" y="2474"/>
                        <a:pt x="14672" y="2480"/>
                      </a:cubicBezTo>
                      <a:cubicBezTo>
                        <a:pt x="14667" y="2486"/>
                        <a:pt x="14653" y="2489"/>
                        <a:pt x="14632" y="2497"/>
                      </a:cubicBezTo>
                      <a:close/>
                      <a:moveTo>
                        <a:pt x="12239" y="1976"/>
                      </a:moveTo>
                      <a:cubicBezTo>
                        <a:pt x="12186" y="1952"/>
                        <a:pt x="12161" y="1943"/>
                        <a:pt x="12165" y="1950"/>
                      </a:cubicBezTo>
                      <a:cubicBezTo>
                        <a:pt x="12169" y="1957"/>
                        <a:pt x="12201" y="1980"/>
                        <a:pt x="12262" y="2018"/>
                      </a:cubicBezTo>
                      <a:cubicBezTo>
                        <a:pt x="12237" y="2017"/>
                        <a:pt x="12212" y="2014"/>
                        <a:pt x="12188" y="2008"/>
                      </a:cubicBezTo>
                      <a:cubicBezTo>
                        <a:pt x="12164" y="2002"/>
                        <a:pt x="12141" y="1994"/>
                        <a:pt x="12120" y="1983"/>
                      </a:cubicBezTo>
                      <a:cubicBezTo>
                        <a:pt x="12129" y="1998"/>
                        <a:pt x="12178" y="2028"/>
                        <a:pt x="12212" y="2054"/>
                      </a:cubicBezTo>
                      <a:cubicBezTo>
                        <a:pt x="12245" y="2081"/>
                        <a:pt x="12261" y="2103"/>
                        <a:pt x="12204" y="2101"/>
                      </a:cubicBezTo>
                      <a:cubicBezTo>
                        <a:pt x="12235" y="2102"/>
                        <a:pt x="12257" y="2108"/>
                        <a:pt x="12269" y="2105"/>
                      </a:cubicBezTo>
                      <a:cubicBezTo>
                        <a:pt x="12281" y="2101"/>
                        <a:pt x="12284" y="2087"/>
                        <a:pt x="12278" y="2048"/>
                      </a:cubicBezTo>
                      <a:cubicBezTo>
                        <a:pt x="12314" y="2049"/>
                        <a:pt x="12355" y="2070"/>
                        <a:pt x="12375" y="2095"/>
                      </a:cubicBezTo>
                      <a:cubicBezTo>
                        <a:pt x="12395" y="2120"/>
                        <a:pt x="12396" y="2150"/>
                        <a:pt x="12352" y="2169"/>
                      </a:cubicBezTo>
                      <a:cubicBezTo>
                        <a:pt x="12447" y="2231"/>
                        <a:pt x="12537" y="2248"/>
                        <a:pt x="12632" y="2249"/>
                      </a:cubicBezTo>
                      <a:cubicBezTo>
                        <a:pt x="12727" y="2251"/>
                        <a:pt x="12826" y="2236"/>
                        <a:pt x="12940" y="2236"/>
                      </a:cubicBezTo>
                      <a:cubicBezTo>
                        <a:pt x="12891" y="2187"/>
                        <a:pt x="12909" y="2144"/>
                        <a:pt x="12915" y="2100"/>
                      </a:cubicBezTo>
                      <a:cubicBezTo>
                        <a:pt x="12920" y="2057"/>
                        <a:pt x="12913" y="2011"/>
                        <a:pt x="12814" y="1957"/>
                      </a:cubicBezTo>
                      <a:cubicBezTo>
                        <a:pt x="12821" y="1959"/>
                        <a:pt x="12828" y="1960"/>
                        <a:pt x="12836" y="1959"/>
                      </a:cubicBezTo>
                      <a:cubicBezTo>
                        <a:pt x="12843" y="1959"/>
                        <a:pt x="12850" y="1958"/>
                        <a:pt x="12857" y="1956"/>
                      </a:cubicBezTo>
                      <a:cubicBezTo>
                        <a:pt x="12830" y="1940"/>
                        <a:pt x="12730" y="1881"/>
                        <a:pt x="12628" y="1837"/>
                      </a:cubicBezTo>
                      <a:cubicBezTo>
                        <a:pt x="12526" y="1793"/>
                        <a:pt x="12420" y="1764"/>
                        <a:pt x="12380" y="1811"/>
                      </a:cubicBezTo>
                      <a:cubicBezTo>
                        <a:pt x="12419" y="1835"/>
                        <a:pt x="12436" y="1854"/>
                        <a:pt x="12433" y="1868"/>
                      </a:cubicBezTo>
                      <a:cubicBezTo>
                        <a:pt x="12430" y="1881"/>
                        <a:pt x="12407" y="1889"/>
                        <a:pt x="12363" y="1891"/>
                      </a:cubicBezTo>
                      <a:cubicBezTo>
                        <a:pt x="12376" y="1903"/>
                        <a:pt x="12390" y="1915"/>
                        <a:pt x="12406" y="1924"/>
                      </a:cubicBezTo>
                      <a:cubicBezTo>
                        <a:pt x="12422" y="1934"/>
                        <a:pt x="12439" y="1941"/>
                        <a:pt x="12457" y="1947"/>
                      </a:cubicBezTo>
                      <a:cubicBezTo>
                        <a:pt x="12457" y="1947"/>
                        <a:pt x="12424" y="1932"/>
                        <a:pt x="12389" y="1918"/>
                      </a:cubicBezTo>
                      <a:cubicBezTo>
                        <a:pt x="12355" y="1904"/>
                        <a:pt x="12319" y="1890"/>
                        <a:pt x="12316" y="1892"/>
                      </a:cubicBezTo>
                      <a:cubicBezTo>
                        <a:pt x="12340" y="1974"/>
                        <a:pt x="12345" y="1963"/>
                        <a:pt x="12337" y="1944"/>
                      </a:cubicBezTo>
                      <a:cubicBezTo>
                        <a:pt x="12329" y="1925"/>
                        <a:pt x="12308" y="1898"/>
                        <a:pt x="12279" y="1945"/>
                      </a:cubicBezTo>
                      <a:cubicBezTo>
                        <a:pt x="12315" y="1966"/>
                        <a:pt x="12334" y="1987"/>
                        <a:pt x="12353" y="2007"/>
                      </a:cubicBezTo>
                      <a:cubicBezTo>
                        <a:pt x="12371" y="2028"/>
                        <a:pt x="12388" y="2048"/>
                        <a:pt x="12420" y="2067"/>
                      </a:cubicBezTo>
                      <a:cubicBezTo>
                        <a:pt x="12387" y="2058"/>
                        <a:pt x="12354" y="2045"/>
                        <a:pt x="12324" y="2030"/>
                      </a:cubicBezTo>
                      <a:cubicBezTo>
                        <a:pt x="12293" y="2014"/>
                        <a:pt x="12265" y="1996"/>
                        <a:pt x="12239" y="1976"/>
                      </a:cubicBezTo>
                      <a:cubicBezTo>
                        <a:pt x="12185" y="1942"/>
                        <a:pt x="12196" y="1949"/>
                        <a:pt x="12215" y="1961"/>
                      </a:cubicBezTo>
                      <a:cubicBezTo>
                        <a:pt x="12235" y="1972"/>
                        <a:pt x="12262" y="1989"/>
                        <a:pt x="12239" y="1976"/>
                      </a:cubicBezTo>
                      <a:close/>
                      <a:moveTo>
                        <a:pt x="8876" y="2635"/>
                      </a:moveTo>
                      <a:cubicBezTo>
                        <a:pt x="8902" y="2645"/>
                        <a:pt x="8855" y="2611"/>
                        <a:pt x="8802" y="2575"/>
                      </a:cubicBezTo>
                      <a:cubicBezTo>
                        <a:pt x="8749" y="2540"/>
                        <a:pt x="8690" y="2501"/>
                        <a:pt x="8690" y="2502"/>
                      </a:cubicBezTo>
                      <a:cubicBezTo>
                        <a:pt x="8707" y="2521"/>
                        <a:pt x="8712" y="2569"/>
                        <a:pt x="8726" y="2614"/>
                      </a:cubicBezTo>
                      <a:cubicBezTo>
                        <a:pt x="8740" y="2659"/>
                        <a:pt x="8761" y="2702"/>
                        <a:pt x="8808" y="2711"/>
                      </a:cubicBezTo>
                      <a:cubicBezTo>
                        <a:pt x="8806" y="2632"/>
                        <a:pt x="8818" y="2637"/>
                        <a:pt x="8834" y="2650"/>
                      </a:cubicBezTo>
                      <a:cubicBezTo>
                        <a:pt x="8849" y="2663"/>
                        <a:pt x="8867" y="2683"/>
                        <a:pt x="8876" y="2635"/>
                      </a:cubicBezTo>
                      <a:cubicBezTo>
                        <a:pt x="8888" y="2639"/>
                        <a:pt x="8884" y="2659"/>
                        <a:pt x="8879" y="2668"/>
                      </a:cubicBezTo>
                      <a:cubicBezTo>
                        <a:pt x="8874" y="2677"/>
                        <a:pt x="8868" y="2675"/>
                        <a:pt x="8876" y="2635"/>
                      </a:cubicBezTo>
                      <a:close/>
                      <a:moveTo>
                        <a:pt x="8740" y="2846"/>
                      </a:moveTo>
                      <a:cubicBezTo>
                        <a:pt x="8756" y="2904"/>
                        <a:pt x="8769" y="2941"/>
                        <a:pt x="8791" y="2961"/>
                      </a:cubicBezTo>
                      <a:cubicBezTo>
                        <a:pt x="8813" y="2982"/>
                        <a:pt x="8845" y="2987"/>
                        <a:pt x="8902" y="2981"/>
                      </a:cubicBezTo>
                      <a:cubicBezTo>
                        <a:pt x="8987" y="2975"/>
                        <a:pt x="8952" y="2942"/>
                        <a:pt x="8893" y="2910"/>
                      </a:cubicBezTo>
                      <a:cubicBezTo>
                        <a:pt x="8834" y="2878"/>
                        <a:pt x="8751" y="2847"/>
                        <a:pt x="8740" y="2846"/>
                      </a:cubicBezTo>
                      <a:close/>
                      <a:moveTo>
                        <a:pt x="8681" y="2084"/>
                      </a:moveTo>
                      <a:cubicBezTo>
                        <a:pt x="8669" y="2085"/>
                        <a:pt x="8649" y="2087"/>
                        <a:pt x="8641" y="2087"/>
                      </a:cubicBezTo>
                      <a:cubicBezTo>
                        <a:pt x="8633" y="2088"/>
                        <a:pt x="8639" y="2087"/>
                        <a:pt x="8681" y="2084"/>
                      </a:cubicBezTo>
                      <a:lnTo>
                        <a:pt x="8681" y="2084"/>
                      </a:lnTo>
                      <a:close/>
                      <a:moveTo>
                        <a:pt x="8541" y="1992"/>
                      </a:moveTo>
                      <a:cubicBezTo>
                        <a:pt x="8543" y="1954"/>
                        <a:pt x="8530" y="1955"/>
                        <a:pt x="8522" y="1965"/>
                      </a:cubicBezTo>
                      <a:cubicBezTo>
                        <a:pt x="8515" y="1976"/>
                        <a:pt x="8514" y="1995"/>
                        <a:pt x="8541" y="1992"/>
                      </a:cubicBezTo>
                      <a:cubicBezTo>
                        <a:pt x="8541" y="1988"/>
                        <a:pt x="8541" y="1989"/>
                        <a:pt x="8541" y="1989"/>
                      </a:cubicBezTo>
                      <a:cubicBezTo>
                        <a:pt x="8541" y="1990"/>
                        <a:pt x="8541" y="1992"/>
                        <a:pt x="8541" y="1992"/>
                      </a:cubicBezTo>
                      <a:close/>
                      <a:moveTo>
                        <a:pt x="7951" y="1809"/>
                      </a:moveTo>
                      <a:cubicBezTo>
                        <a:pt x="7947" y="1806"/>
                        <a:pt x="7938" y="1800"/>
                        <a:pt x="7935" y="1798"/>
                      </a:cubicBezTo>
                      <a:cubicBezTo>
                        <a:pt x="7932" y="1796"/>
                        <a:pt x="7934" y="1797"/>
                        <a:pt x="7951" y="1809"/>
                      </a:cubicBezTo>
                      <a:lnTo>
                        <a:pt x="7949" y="1807"/>
                      </a:lnTo>
                      <a:cubicBezTo>
                        <a:pt x="7948" y="1807"/>
                        <a:pt x="7948" y="1807"/>
                        <a:pt x="7951" y="1809"/>
                      </a:cubicBezTo>
                      <a:close/>
                      <a:moveTo>
                        <a:pt x="9540" y="2557"/>
                      </a:moveTo>
                      <a:cubicBezTo>
                        <a:pt x="9509" y="2511"/>
                        <a:pt x="9499" y="2539"/>
                        <a:pt x="9499" y="2582"/>
                      </a:cubicBezTo>
                      <a:cubicBezTo>
                        <a:pt x="9498" y="2625"/>
                        <a:pt x="9508" y="2682"/>
                        <a:pt x="9515" y="2694"/>
                      </a:cubicBezTo>
                      <a:cubicBezTo>
                        <a:pt x="9500" y="2692"/>
                        <a:pt x="9485" y="2690"/>
                        <a:pt x="9470" y="2688"/>
                      </a:cubicBezTo>
                      <a:cubicBezTo>
                        <a:pt x="9455" y="2687"/>
                        <a:pt x="9440" y="2685"/>
                        <a:pt x="9426" y="2682"/>
                      </a:cubicBezTo>
                      <a:cubicBezTo>
                        <a:pt x="9431" y="2698"/>
                        <a:pt x="9448" y="2724"/>
                        <a:pt x="9465" y="2749"/>
                      </a:cubicBezTo>
                      <a:cubicBezTo>
                        <a:pt x="9483" y="2774"/>
                        <a:pt x="9500" y="2799"/>
                        <a:pt x="9507" y="2813"/>
                      </a:cubicBezTo>
                      <a:cubicBezTo>
                        <a:pt x="9419" y="2822"/>
                        <a:pt x="9332" y="2768"/>
                        <a:pt x="9249" y="2709"/>
                      </a:cubicBezTo>
                      <a:cubicBezTo>
                        <a:pt x="9165" y="2649"/>
                        <a:pt x="9085" y="2584"/>
                        <a:pt x="9011" y="2573"/>
                      </a:cubicBezTo>
                      <a:cubicBezTo>
                        <a:pt x="9048" y="2655"/>
                        <a:pt x="9059" y="2660"/>
                        <a:pt x="9053" y="2645"/>
                      </a:cubicBezTo>
                      <a:cubicBezTo>
                        <a:pt x="9046" y="2630"/>
                        <a:pt x="9022" y="2595"/>
                        <a:pt x="8988" y="2596"/>
                      </a:cubicBezTo>
                      <a:cubicBezTo>
                        <a:pt x="9046" y="2643"/>
                        <a:pt x="9075" y="2674"/>
                        <a:pt x="9076" y="2688"/>
                      </a:cubicBezTo>
                      <a:cubicBezTo>
                        <a:pt x="9077" y="2702"/>
                        <a:pt x="9051" y="2700"/>
                        <a:pt x="8996" y="2681"/>
                      </a:cubicBezTo>
                      <a:cubicBezTo>
                        <a:pt x="9020" y="2742"/>
                        <a:pt x="9116" y="2798"/>
                        <a:pt x="9198" y="2836"/>
                      </a:cubicBezTo>
                      <a:cubicBezTo>
                        <a:pt x="9280" y="2873"/>
                        <a:pt x="9349" y="2891"/>
                        <a:pt x="9319" y="2874"/>
                      </a:cubicBezTo>
                      <a:cubicBezTo>
                        <a:pt x="9365" y="2900"/>
                        <a:pt x="9395" y="2937"/>
                        <a:pt x="9419" y="2979"/>
                      </a:cubicBezTo>
                      <a:cubicBezTo>
                        <a:pt x="9442" y="3020"/>
                        <a:pt x="9459" y="3066"/>
                        <a:pt x="9478" y="3109"/>
                      </a:cubicBezTo>
                      <a:cubicBezTo>
                        <a:pt x="9408" y="3087"/>
                        <a:pt x="9336" y="3071"/>
                        <a:pt x="9263" y="3060"/>
                      </a:cubicBezTo>
                      <a:cubicBezTo>
                        <a:pt x="9190" y="3049"/>
                        <a:pt x="9116" y="3043"/>
                        <a:pt x="9042" y="3043"/>
                      </a:cubicBezTo>
                      <a:cubicBezTo>
                        <a:pt x="9024" y="3101"/>
                        <a:pt x="9127" y="3138"/>
                        <a:pt x="9237" y="3174"/>
                      </a:cubicBezTo>
                      <a:cubicBezTo>
                        <a:pt x="9346" y="3210"/>
                        <a:pt x="9462" y="3246"/>
                        <a:pt x="9469" y="3303"/>
                      </a:cubicBezTo>
                      <a:cubicBezTo>
                        <a:pt x="9369" y="3329"/>
                        <a:pt x="9264" y="3326"/>
                        <a:pt x="9159" y="3317"/>
                      </a:cubicBezTo>
                      <a:cubicBezTo>
                        <a:pt x="9053" y="3308"/>
                        <a:pt x="8948" y="3293"/>
                        <a:pt x="8846" y="3294"/>
                      </a:cubicBezTo>
                      <a:cubicBezTo>
                        <a:pt x="8849" y="3255"/>
                        <a:pt x="8814" y="3179"/>
                        <a:pt x="8750" y="3115"/>
                      </a:cubicBezTo>
                      <a:cubicBezTo>
                        <a:pt x="8686" y="3051"/>
                        <a:pt x="8594" y="2999"/>
                        <a:pt x="8480" y="3010"/>
                      </a:cubicBezTo>
                      <a:cubicBezTo>
                        <a:pt x="8594" y="3004"/>
                        <a:pt x="8262" y="3371"/>
                        <a:pt x="8276" y="3089"/>
                      </a:cubicBezTo>
                      <a:cubicBezTo>
                        <a:pt x="8286" y="2877"/>
                        <a:pt x="8446" y="2969"/>
                        <a:pt x="8637" y="2883"/>
                      </a:cubicBezTo>
                      <a:cubicBezTo>
                        <a:pt x="8597" y="2817"/>
                        <a:pt x="8531" y="2700"/>
                        <a:pt x="8479" y="2575"/>
                      </a:cubicBezTo>
                      <a:cubicBezTo>
                        <a:pt x="8426" y="2450"/>
                        <a:pt x="8387" y="2316"/>
                        <a:pt x="8398" y="2217"/>
                      </a:cubicBezTo>
                      <a:cubicBezTo>
                        <a:pt x="8385" y="2235"/>
                        <a:pt x="8370" y="2253"/>
                        <a:pt x="8353" y="2270"/>
                      </a:cubicBezTo>
                      <a:cubicBezTo>
                        <a:pt x="8337" y="2286"/>
                        <a:pt x="8319" y="2302"/>
                        <a:pt x="8300" y="2316"/>
                      </a:cubicBezTo>
                      <a:cubicBezTo>
                        <a:pt x="8256" y="2112"/>
                        <a:pt x="8115" y="2082"/>
                        <a:pt x="8113" y="2078"/>
                      </a:cubicBezTo>
                      <a:cubicBezTo>
                        <a:pt x="8095" y="2045"/>
                        <a:pt x="8007" y="1986"/>
                        <a:pt x="7955" y="2002"/>
                      </a:cubicBezTo>
                      <a:cubicBezTo>
                        <a:pt x="7973" y="2005"/>
                        <a:pt x="7986" y="2011"/>
                        <a:pt x="7994" y="2020"/>
                      </a:cubicBezTo>
                      <a:cubicBezTo>
                        <a:pt x="8002" y="2029"/>
                        <a:pt x="8006" y="2041"/>
                        <a:pt x="8006" y="2056"/>
                      </a:cubicBezTo>
                      <a:cubicBezTo>
                        <a:pt x="7988" y="2080"/>
                        <a:pt x="7952" y="2075"/>
                        <a:pt x="7916" y="2064"/>
                      </a:cubicBezTo>
                      <a:cubicBezTo>
                        <a:pt x="7880" y="2053"/>
                        <a:pt x="7845" y="2035"/>
                        <a:pt x="7829" y="2033"/>
                      </a:cubicBezTo>
                      <a:cubicBezTo>
                        <a:pt x="7821" y="2041"/>
                        <a:pt x="7829" y="2065"/>
                        <a:pt x="7839" y="2090"/>
                      </a:cubicBezTo>
                      <a:cubicBezTo>
                        <a:pt x="7850" y="2114"/>
                        <a:pt x="7862" y="2138"/>
                        <a:pt x="7862" y="2146"/>
                      </a:cubicBezTo>
                      <a:cubicBezTo>
                        <a:pt x="7838" y="2126"/>
                        <a:pt x="7813" y="2106"/>
                        <a:pt x="7788" y="2086"/>
                      </a:cubicBezTo>
                      <a:cubicBezTo>
                        <a:pt x="7762" y="2067"/>
                        <a:pt x="7737" y="2048"/>
                        <a:pt x="7710" y="2029"/>
                      </a:cubicBezTo>
                      <a:cubicBezTo>
                        <a:pt x="7724" y="2044"/>
                        <a:pt x="7737" y="2060"/>
                        <a:pt x="7750" y="2075"/>
                      </a:cubicBezTo>
                      <a:cubicBezTo>
                        <a:pt x="7763" y="2091"/>
                        <a:pt x="7775" y="2107"/>
                        <a:pt x="7787" y="2123"/>
                      </a:cubicBezTo>
                      <a:cubicBezTo>
                        <a:pt x="7554" y="2129"/>
                        <a:pt x="7391" y="1947"/>
                        <a:pt x="7273" y="1898"/>
                      </a:cubicBezTo>
                      <a:cubicBezTo>
                        <a:pt x="7001" y="1786"/>
                        <a:pt x="7640" y="1461"/>
                        <a:pt x="7596" y="1509"/>
                      </a:cubicBezTo>
                      <a:cubicBezTo>
                        <a:pt x="7489" y="1628"/>
                        <a:pt x="7535" y="1822"/>
                        <a:pt x="7438" y="1943"/>
                      </a:cubicBezTo>
                      <a:cubicBezTo>
                        <a:pt x="7451" y="1927"/>
                        <a:pt x="7456" y="1912"/>
                        <a:pt x="7469" y="1904"/>
                      </a:cubicBezTo>
                      <a:cubicBezTo>
                        <a:pt x="7483" y="1897"/>
                        <a:pt x="7504" y="1897"/>
                        <a:pt x="7547" y="1914"/>
                      </a:cubicBezTo>
                      <a:cubicBezTo>
                        <a:pt x="7542" y="1887"/>
                        <a:pt x="7536" y="1860"/>
                        <a:pt x="7531" y="1832"/>
                      </a:cubicBezTo>
                      <a:cubicBezTo>
                        <a:pt x="7526" y="1805"/>
                        <a:pt x="7521" y="1778"/>
                        <a:pt x="7515" y="1750"/>
                      </a:cubicBezTo>
                      <a:cubicBezTo>
                        <a:pt x="7533" y="1746"/>
                        <a:pt x="7547" y="1747"/>
                        <a:pt x="7559" y="1752"/>
                      </a:cubicBezTo>
                      <a:cubicBezTo>
                        <a:pt x="7571" y="1757"/>
                        <a:pt x="7580" y="1766"/>
                        <a:pt x="7586" y="1779"/>
                      </a:cubicBezTo>
                      <a:cubicBezTo>
                        <a:pt x="7572" y="1740"/>
                        <a:pt x="7555" y="1674"/>
                        <a:pt x="7563" y="1617"/>
                      </a:cubicBezTo>
                      <a:cubicBezTo>
                        <a:pt x="7570" y="1560"/>
                        <a:pt x="7602" y="1513"/>
                        <a:pt x="7684" y="1513"/>
                      </a:cubicBezTo>
                      <a:cubicBezTo>
                        <a:pt x="7746" y="1515"/>
                        <a:pt x="7761" y="1581"/>
                        <a:pt x="7764" y="1652"/>
                      </a:cubicBezTo>
                      <a:cubicBezTo>
                        <a:pt x="7768" y="1724"/>
                        <a:pt x="7759" y="1800"/>
                        <a:pt x="7773" y="1823"/>
                      </a:cubicBezTo>
                      <a:cubicBezTo>
                        <a:pt x="7789" y="1819"/>
                        <a:pt x="7811" y="1799"/>
                        <a:pt x="7834" y="1778"/>
                      </a:cubicBezTo>
                      <a:cubicBezTo>
                        <a:pt x="7856" y="1756"/>
                        <a:pt x="7878" y="1733"/>
                        <a:pt x="7891" y="1722"/>
                      </a:cubicBezTo>
                      <a:cubicBezTo>
                        <a:pt x="7886" y="1741"/>
                        <a:pt x="7886" y="1758"/>
                        <a:pt x="7891" y="1776"/>
                      </a:cubicBezTo>
                      <a:cubicBezTo>
                        <a:pt x="7896" y="1793"/>
                        <a:pt x="7905" y="1809"/>
                        <a:pt x="7920" y="1823"/>
                      </a:cubicBezTo>
                      <a:cubicBezTo>
                        <a:pt x="7912" y="1765"/>
                        <a:pt x="7912" y="1746"/>
                        <a:pt x="7926" y="1741"/>
                      </a:cubicBezTo>
                      <a:cubicBezTo>
                        <a:pt x="7939" y="1737"/>
                        <a:pt x="7965" y="1747"/>
                        <a:pt x="8009" y="1747"/>
                      </a:cubicBezTo>
                      <a:cubicBezTo>
                        <a:pt x="7992" y="1736"/>
                        <a:pt x="7976" y="1724"/>
                        <a:pt x="7961" y="1711"/>
                      </a:cubicBezTo>
                      <a:cubicBezTo>
                        <a:pt x="7946" y="1699"/>
                        <a:pt x="7931" y="1686"/>
                        <a:pt x="7916" y="1673"/>
                      </a:cubicBezTo>
                      <a:cubicBezTo>
                        <a:pt x="7990" y="1633"/>
                        <a:pt x="8081" y="1646"/>
                        <a:pt x="8151" y="1687"/>
                      </a:cubicBezTo>
                      <a:cubicBezTo>
                        <a:pt x="8222" y="1728"/>
                        <a:pt x="8272" y="1798"/>
                        <a:pt x="8265" y="1873"/>
                      </a:cubicBezTo>
                      <a:cubicBezTo>
                        <a:pt x="8282" y="1885"/>
                        <a:pt x="8293" y="1887"/>
                        <a:pt x="8297" y="1879"/>
                      </a:cubicBezTo>
                      <a:cubicBezTo>
                        <a:pt x="8302" y="1872"/>
                        <a:pt x="8300" y="1855"/>
                        <a:pt x="8291" y="1828"/>
                      </a:cubicBezTo>
                      <a:cubicBezTo>
                        <a:pt x="8375" y="1824"/>
                        <a:pt x="8352" y="1838"/>
                        <a:pt x="8330" y="1845"/>
                      </a:cubicBezTo>
                      <a:cubicBezTo>
                        <a:pt x="8308" y="1852"/>
                        <a:pt x="8288" y="1853"/>
                        <a:pt x="8378" y="1822"/>
                      </a:cubicBezTo>
                      <a:cubicBezTo>
                        <a:pt x="8429" y="1873"/>
                        <a:pt x="8451" y="1879"/>
                        <a:pt x="8464" y="1886"/>
                      </a:cubicBezTo>
                      <a:cubicBezTo>
                        <a:pt x="8478" y="1893"/>
                        <a:pt x="8485" y="1901"/>
                        <a:pt x="8506" y="1957"/>
                      </a:cubicBezTo>
                      <a:cubicBezTo>
                        <a:pt x="8510" y="1956"/>
                        <a:pt x="8609" y="1983"/>
                        <a:pt x="8682" y="2012"/>
                      </a:cubicBezTo>
                      <a:cubicBezTo>
                        <a:pt x="8754" y="2041"/>
                        <a:pt x="8800" y="2073"/>
                        <a:pt x="8698" y="2083"/>
                      </a:cubicBezTo>
                      <a:cubicBezTo>
                        <a:pt x="8724" y="2095"/>
                        <a:pt x="8750" y="2108"/>
                        <a:pt x="8776" y="2119"/>
                      </a:cubicBezTo>
                      <a:cubicBezTo>
                        <a:pt x="8802" y="2131"/>
                        <a:pt x="8829" y="2143"/>
                        <a:pt x="8855" y="2154"/>
                      </a:cubicBezTo>
                      <a:cubicBezTo>
                        <a:pt x="8804" y="2159"/>
                        <a:pt x="8828" y="2228"/>
                        <a:pt x="8885" y="2284"/>
                      </a:cubicBezTo>
                      <a:cubicBezTo>
                        <a:pt x="8941" y="2340"/>
                        <a:pt x="9031" y="2382"/>
                        <a:pt x="9110" y="2333"/>
                      </a:cubicBezTo>
                      <a:cubicBezTo>
                        <a:pt x="9110" y="2342"/>
                        <a:pt x="9112" y="2363"/>
                        <a:pt x="9119" y="2380"/>
                      </a:cubicBezTo>
                      <a:cubicBezTo>
                        <a:pt x="9126" y="2398"/>
                        <a:pt x="9138" y="2413"/>
                        <a:pt x="9160" y="2411"/>
                      </a:cubicBezTo>
                      <a:cubicBezTo>
                        <a:pt x="9131" y="2414"/>
                        <a:pt x="9185" y="2432"/>
                        <a:pt x="9237" y="2442"/>
                      </a:cubicBezTo>
                      <a:cubicBezTo>
                        <a:pt x="9290" y="2452"/>
                        <a:pt x="9341" y="2454"/>
                        <a:pt x="9308" y="2423"/>
                      </a:cubicBezTo>
                      <a:cubicBezTo>
                        <a:pt x="9333" y="2421"/>
                        <a:pt x="9350" y="2426"/>
                        <a:pt x="9359" y="2440"/>
                      </a:cubicBezTo>
                      <a:cubicBezTo>
                        <a:pt x="9368" y="2453"/>
                        <a:pt x="9370" y="2473"/>
                        <a:pt x="9364" y="2502"/>
                      </a:cubicBezTo>
                      <a:cubicBezTo>
                        <a:pt x="9367" y="2501"/>
                        <a:pt x="9370" y="2501"/>
                        <a:pt x="9373" y="2501"/>
                      </a:cubicBezTo>
                      <a:cubicBezTo>
                        <a:pt x="9376" y="2501"/>
                        <a:pt x="9379" y="2500"/>
                        <a:pt x="9382" y="2500"/>
                      </a:cubicBezTo>
                      <a:cubicBezTo>
                        <a:pt x="9359" y="2455"/>
                        <a:pt x="9367" y="2463"/>
                        <a:pt x="9380" y="2466"/>
                      </a:cubicBezTo>
                      <a:cubicBezTo>
                        <a:pt x="9392" y="2470"/>
                        <a:pt x="9409" y="2468"/>
                        <a:pt x="9399" y="2406"/>
                      </a:cubicBezTo>
                      <a:cubicBezTo>
                        <a:pt x="9419" y="2433"/>
                        <a:pt x="9441" y="2460"/>
                        <a:pt x="9464" y="2485"/>
                      </a:cubicBezTo>
                      <a:cubicBezTo>
                        <a:pt x="9488" y="2511"/>
                        <a:pt x="9513" y="2535"/>
                        <a:pt x="9540" y="2557"/>
                      </a:cubicBezTo>
                      <a:cubicBezTo>
                        <a:pt x="9541" y="2558"/>
                        <a:pt x="9528" y="2541"/>
                        <a:pt x="9522" y="2532"/>
                      </a:cubicBezTo>
                      <a:cubicBezTo>
                        <a:pt x="9516" y="2524"/>
                        <a:pt x="9515" y="2524"/>
                        <a:pt x="9540" y="2557"/>
                      </a:cubicBezTo>
                      <a:close/>
                      <a:moveTo>
                        <a:pt x="14419" y="1220"/>
                      </a:moveTo>
                      <a:cubicBezTo>
                        <a:pt x="14515" y="1221"/>
                        <a:pt x="14454" y="1196"/>
                        <a:pt x="14364" y="1168"/>
                      </a:cubicBezTo>
                      <a:cubicBezTo>
                        <a:pt x="14274" y="1141"/>
                        <a:pt x="14155" y="1111"/>
                        <a:pt x="14134" y="1104"/>
                      </a:cubicBezTo>
                      <a:cubicBezTo>
                        <a:pt x="14175" y="1134"/>
                        <a:pt x="14220" y="1158"/>
                        <a:pt x="14268" y="1178"/>
                      </a:cubicBezTo>
                      <a:cubicBezTo>
                        <a:pt x="14316" y="1198"/>
                        <a:pt x="14366" y="1212"/>
                        <a:pt x="14419" y="1220"/>
                      </a:cubicBezTo>
                      <a:cubicBezTo>
                        <a:pt x="14424" y="1220"/>
                        <a:pt x="14401" y="1216"/>
                        <a:pt x="14388" y="1214"/>
                      </a:cubicBezTo>
                      <a:cubicBezTo>
                        <a:pt x="14375" y="1213"/>
                        <a:pt x="14373" y="1213"/>
                        <a:pt x="14419" y="1220"/>
                      </a:cubicBezTo>
                      <a:close/>
                      <a:moveTo>
                        <a:pt x="14863" y="1835"/>
                      </a:moveTo>
                      <a:cubicBezTo>
                        <a:pt x="14860" y="1852"/>
                        <a:pt x="14909" y="1884"/>
                        <a:pt x="14963" y="1915"/>
                      </a:cubicBezTo>
                      <a:cubicBezTo>
                        <a:pt x="15018" y="1945"/>
                        <a:pt x="15078" y="1974"/>
                        <a:pt x="15096" y="1984"/>
                      </a:cubicBezTo>
                      <a:cubicBezTo>
                        <a:pt x="15118" y="1947"/>
                        <a:pt x="15059" y="1917"/>
                        <a:pt x="14996" y="1892"/>
                      </a:cubicBezTo>
                      <a:cubicBezTo>
                        <a:pt x="14932" y="1868"/>
                        <a:pt x="14863" y="1849"/>
                        <a:pt x="14863" y="1835"/>
                      </a:cubicBezTo>
                      <a:cubicBezTo>
                        <a:pt x="14862" y="1842"/>
                        <a:pt x="14862" y="1843"/>
                        <a:pt x="14862" y="1842"/>
                      </a:cubicBezTo>
                      <a:cubicBezTo>
                        <a:pt x="14863" y="1841"/>
                        <a:pt x="14863" y="1837"/>
                        <a:pt x="14863" y="1835"/>
                      </a:cubicBezTo>
                      <a:close/>
                      <a:moveTo>
                        <a:pt x="18211" y="5644"/>
                      </a:moveTo>
                      <a:cubicBezTo>
                        <a:pt x="18212" y="5646"/>
                        <a:pt x="18208" y="5669"/>
                        <a:pt x="18206" y="5696"/>
                      </a:cubicBezTo>
                      <a:cubicBezTo>
                        <a:pt x="18204" y="5723"/>
                        <a:pt x="18202" y="5756"/>
                        <a:pt x="18207" y="5778"/>
                      </a:cubicBezTo>
                      <a:cubicBezTo>
                        <a:pt x="18130" y="5791"/>
                        <a:pt x="18067" y="5749"/>
                        <a:pt x="18010" y="5727"/>
                      </a:cubicBezTo>
                      <a:cubicBezTo>
                        <a:pt x="17954" y="5705"/>
                        <a:pt x="17903" y="5703"/>
                        <a:pt x="17852" y="5794"/>
                      </a:cubicBezTo>
                      <a:cubicBezTo>
                        <a:pt x="17668" y="5506"/>
                        <a:pt x="17285" y="5339"/>
                        <a:pt x="17179" y="4953"/>
                      </a:cubicBezTo>
                      <a:cubicBezTo>
                        <a:pt x="17114" y="4717"/>
                        <a:pt x="17508" y="4618"/>
                        <a:pt x="17370" y="4393"/>
                      </a:cubicBezTo>
                      <a:cubicBezTo>
                        <a:pt x="17252" y="4200"/>
                        <a:pt x="16979" y="4080"/>
                        <a:pt x="16768" y="3977"/>
                      </a:cubicBezTo>
                      <a:cubicBezTo>
                        <a:pt x="16772" y="3988"/>
                        <a:pt x="16777" y="3999"/>
                        <a:pt x="16782" y="4009"/>
                      </a:cubicBezTo>
                      <a:cubicBezTo>
                        <a:pt x="16787" y="4020"/>
                        <a:pt x="16792" y="4030"/>
                        <a:pt x="16798" y="4040"/>
                      </a:cubicBezTo>
                      <a:cubicBezTo>
                        <a:pt x="16754" y="4011"/>
                        <a:pt x="16712" y="3982"/>
                        <a:pt x="16669" y="3952"/>
                      </a:cubicBezTo>
                      <a:cubicBezTo>
                        <a:pt x="16627" y="3922"/>
                        <a:pt x="16585" y="3891"/>
                        <a:pt x="16544" y="3860"/>
                      </a:cubicBezTo>
                      <a:cubicBezTo>
                        <a:pt x="16548" y="3852"/>
                        <a:pt x="16575" y="3833"/>
                        <a:pt x="16602" y="3815"/>
                      </a:cubicBezTo>
                      <a:cubicBezTo>
                        <a:pt x="16630" y="3796"/>
                        <a:pt x="16658" y="3778"/>
                        <a:pt x="16666" y="3771"/>
                      </a:cubicBezTo>
                      <a:cubicBezTo>
                        <a:pt x="16650" y="3754"/>
                        <a:pt x="16593" y="3726"/>
                        <a:pt x="16544" y="3695"/>
                      </a:cubicBezTo>
                      <a:cubicBezTo>
                        <a:pt x="16496" y="3665"/>
                        <a:pt x="16456" y="3630"/>
                        <a:pt x="16473" y="3599"/>
                      </a:cubicBezTo>
                      <a:cubicBezTo>
                        <a:pt x="16528" y="3640"/>
                        <a:pt x="16435" y="3463"/>
                        <a:pt x="16331" y="3271"/>
                      </a:cubicBezTo>
                      <a:cubicBezTo>
                        <a:pt x="16227" y="3080"/>
                        <a:pt x="16110" y="2875"/>
                        <a:pt x="16117" y="2858"/>
                      </a:cubicBezTo>
                      <a:cubicBezTo>
                        <a:pt x="16135" y="2854"/>
                        <a:pt x="16154" y="2852"/>
                        <a:pt x="16173" y="2853"/>
                      </a:cubicBezTo>
                      <a:cubicBezTo>
                        <a:pt x="16193" y="2854"/>
                        <a:pt x="16212" y="2858"/>
                        <a:pt x="16230" y="2865"/>
                      </a:cubicBezTo>
                      <a:cubicBezTo>
                        <a:pt x="16231" y="2866"/>
                        <a:pt x="16184" y="2826"/>
                        <a:pt x="16152" y="2797"/>
                      </a:cubicBezTo>
                      <a:cubicBezTo>
                        <a:pt x="16120" y="2767"/>
                        <a:pt x="16103" y="2747"/>
                        <a:pt x="16166" y="2788"/>
                      </a:cubicBezTo>
                      <a:cubicBezTo>
                        <a:pt x="16184" y="2749"/>
                        <a:pt x="15999" y="2622"/>
                        <a:pt x="15817" y="2508"/>
                      </a:cubicBezTo>
                      <a:cubicBezTo>
                        <a:pt x="15635" y="2394"/>
                        <a:pt x="15455" y="2294"/>
                        <a:pt x="15483" y="2310"/>
                      </a:cubicBezTo>
                      <a:cubicBezTo>
                        <a:pt x="15467" y="2348"/>
                        <a:pt x="15419" y="2291"/>
                        <a:pt x="15394" y="2255"/>
                      </a:cubicBezTo>
                      <a:cubicBezTo>
                        <a:pt x="15368" y="2220"/>
                        <a:pt x="15364" y="2206"/>
                        <a:pt x="15434" y="2332"/>
                      </a:cubicBezTo>
                      <a:cubicBezTo>
                        <a:pt x="15388" y="2304"/>
                        <a:pt x="15345" y="2272"/>
                        <a:pt x="15308" y="2235"/>
                      </a:cubicBezTo>
                      <a:cubicBezTo>
                        <a:pt x="15271" y="2198"/>
                        <a:pt x="15239" y="2157"/>
                        <a:pt x="15214" y="2114"/>
                      </a:cubicBezTo>
                      <a:cubicBezTo>
                        <a:pt x="15229" y="2122"/>
                        <a:pt x="15330" y="2182"/>
                        <a:pt x="15421" y="2236"/>
                      </a:cubicBezTo>
                      <a:cubicBezTo>
                        <a:pt x="15512" y="2291"/>
                        <a:pt x="15594" y="2340"/>
                        <a:pt x="15573" y="2328"/>
                      </a:cubicBezTo>
                      <a:cubicBezTo>
                        <a:pt x="15611" y="2351"/>
                        <a:pt x="15667" y="2379"/>
                        <a:pt x="15720" y="2409"/>
                      </a:cubicBezTo>
                      <a:cubicBezTo>
                        <a:pt x="15773" y="2439"/>
                        <a:pt x="15822" y="2472"/>
                        <a:pt x="15845" y="2505"/>
                      </a:cubicBezTo>
                      <a:cubicBezTo>
                        <a:pt x="15818" y="2489"/>
                        <a:pt x="15864" y="2517"/>
                        <a:pt x="15925" y="2548"/>
                      </a:cubicBezTo>
                      <a:cubicBezTo>
                        <a:pt x="15987" y="2578"/>
                        <a:pt x="16065" y="2611"/>
                        <a:pt x="16103" y="2603"/>
                      </a:cubicBezTo>
                      <a:cubicBezTo>
                        <a:pt x="16080" y="2589"/>
                        <a:pt x="16059" y="2572"/>
                        <a:pt x="16041" y="2554"/>
                      </a:cubicBezTo>
                      <a:cubicBezTo>
                        <a:pt x="16023" y="2535"/>
                        <a:pt x="16008" y="2514"/>
                        <a:pt x="15997" y="2491"/>
                      </a:cubicBezTo>
                      <a:cubicBezTo>
                        <a:pt x="16011" y="2489"/>
                        <a:pt x="16025" y="2487"/>
                        <a:pt x="16039" y="2486"/>
                      </a:cubicBezTo>
                      <a:cubicBezTo>
                        <a:pt x="16053" y="2485"/>
                        <a:pt x="16067" y="2485"/>
                        <a:pt x="16082" y="2485"/>
                      </a:cubicBezTo>
                      <a:cubicBezTo>
                        <a:pt x="16053" y="2405"/>
                        <a:pt x="16024" y="2342"/>
                        <a:pt x="16002" y="2299"/>
                      </a:cubicBezTo>
                      <a:cubicBezTo>
                        <a:pt x="15980" y="2255"/>
                        <a:pt x="15965" y="2232"/>
                        <a:pt x="15966" y="2233"/>
                      </a:cubicBezTo>
                      <a:cubicBezTo>
                        <a:pt x="15967" y="2242"/>
                        <a:pt x="15970" y="2248"/>
                        <a:pt x="15976" y="2253"/>
                      </a:cubicBezTo>
                      <a:cubicBezTo>
                        <a:pt x="15982" y="2258"/>
                        <a:pt x="15991" y="2261"/>
                        <a:pt x="16003" y="2262"/>
                      </a:cubicBezTo>
                      <a:cubicBezTo>
                        <a:pt x="15904" y="2195"/>
                        <a:pt x="15782" y="2135"/>
                        <a:pt x="15650" y="2060"/>
                      </a:cubicBezTo>
                      <a:cubicBezTo>
                        <a:pt x="15518" y="1984"/>
                        <a:pt x="15376" y="1893"/>
                        <a:pt x="15238" y="1763"/>
                      </a:cubicBezTo>
                      <a:cubicBezTo>
                        <a:pt x="15258" y="1773"/>
                        <a:pt x="15284" y="1782"/>
                        <a:pt x="15311" y="1791"/>
                      </a:cubicBezTo>
                      <a:cubicBezTo>
                        <a:pt x="15337" y="1800"/>
                        <a:pt x="15363" y="1809"/>
                        <a:pt x="15380" y="1820"/>
                      </a:cubicBezTo>
                      <a:cubicBezTo>
                        <a:pt x="15349" y="1737"/>
                        <a:pt x="15151" y="1615"/>
                        <a:pt x="14937" y="1505"/>
                      </a:cubicBezTo>
                      <a:cubicBezTo>
                        <a:pt x="14724" y="1394"/>
                        <a:pt x="14493" y="1294"/>
                        <a:pt x="14395" y="1254"/>
                      </a:cubicBezTo>
                      <a:cubicBezTo>
                        <a:pt x="14448" y="1290"/>
                        <a:pt x="14506" y="1324"/>
                        <a:pt x="14562" y="1361"/>
                      </a:cubicBezTo>
                      <a:cubicBezTo>
                        <a:pt x="14618" y="1397"/>
                        <a:pt x="14672" y="1436"/>
                        <a:pt x="14717" y="1483"/>
                      </a:cubicBezTo>
                      <a:cubicBezTo>
                        <a:pt x="14654" y="1457"/>
                        <a:pt x="14621" y="1445"/>
                        <a:pt x="14618" y="1447"/>
                      </a:cubicBezTo>
                      <a:cubicBezTo>
                        <a:pt x="14615" y="1450"/>
                        <a:pt x="14642" y="1466"/>
                        <a:pt x="14699" y="1498"/>
                      </a:cubicBezTo>
                      <a:cubicBezTo>
                        <a:pt x="14692" y="1493"/>
                        <a:pt x="14611" y="1461"/>
                        <a:pt x="14555" y="1440"/>
                      </a:cubicBezTo>
                      <a:lnTo>
                        <a:pt x="14555" y="1439"/>
                      </a:lnTo>
                      <a:cubicBezTo>
                        <a:pt x="14330" y="1381"/>
                        <a:pt x="14117" y="1262"/>
                        <a:pt x="13905" y="1151"/>
                      </a:cubicBezTo>
                      <a:cubicBezTo>
                        <a:pt x="13692" y="1040"/>
                        <a:pt x="13480" y="938"/>
                        <a:pt x="13256" y="913"/>
                      </a:cubicBezTo>
                      <a:cubicBezTo>
                        <a:pt x="13253" y="925"/>
                        <a:pt x="13254" y="934"/>
                        <a:pt x="13260" y="940"/>
                      </a:cubicBezTo>
                      <a:cubicBezTo>
                        <a:pt x="13266" y="947"/>
                        <a:pt x="13277" y="951"/>
                        <a:pt x="13293" y="952"/>
                      </a:cubicBezTo>
                      <a:cubicBezTo>
                        <a:pt x="13285" y="948"/>
                        <a:pt x="13277" y="946"/>
                        <a:pt x="13268" y="946"/>
                      </a:cubicBezTo>
                      <a:cubicBezTo>
                        <a:pt x="13260" y="945"/>
                        <a:pt x="13251" y="946"/>
                        <a:pt x="13243" y="947"/>
                      </a:cubicBezTo>
                      <a:cubicBezTo>
                        <a:pt x="13758" y="1120"/>
                        <a:pt x="14201" y="1459"/>
                        <a:pt x="14719" y="1607"/>
                      </a:cubicBezTo>
                      <a:cubicBezTo>
                        <a:pt x="15153" y="1731"/>
                        <a:pt x="15405" y="2121"/>
                        <a:pt x="15774" y="2339"/>
                      </a:cubicBezTo>
                      <a:cubicBezTo>
                        <a:pt x="15785" y="2277"/>
                        <a:pt x="15612" y="2197"/>
                        <a:pt x="15423" y="2125"/>
                      </a:cubicBezTo>
                      <a:cubicBezTo>
                        <a:pt x="15235" y="2053"/>
                        <a:pt x="15030" y="1990"/>
                        <a:pt x="14974" y="1961"/>
                      </a:cubicBezTo>
                      <a:cubicBezTo>
                        <a:pt x="14981" y="2002"/>
                        <a:pt x="15016" y="2052"/>
                        <a:pt x="15058" y="2098"/>
                      </a:cubicBezTo>
                      <a:cubicBezTo>
                        <a:pt x="15101" y="2144"/>
                        <a:pt x="15151" y="2186"/>
                        <a:pt x="15185" y="2214"/>
                      </a:cubicBezTo>
                      <a:cubicBezTo>
                        <a:pt x="15170" y="2241"/>
                        <a:pt x="15090" y="2212"/>
                        <a:pt x="15009" y="2172"/>
                      </a:cubicBezTo>
                      <a:cubicBezTo>
                        <a:pt x="14928" y="2133"/>
                        <a:pt x="14846" y="2083"/>
                        <a:pt x="14826" y="2071"/>
                      </a:cubicBezTo>
                      <a:cubicBezTo>
                        <a:pt x="14838" y="2080"/>
                        <a:pt x="14848" y="2090"/>
                        <a:pt x="14858" y="2100"/>
                      </a:cubicBezTo>
                      <a:cubicBezTo>
                        <a:pt x="14867" y="2111"/>
                        <a:pt x="14876" y="2122"/>
                        <a:pt x="14883" y="2134"/>
                      </a:cubicBezTo>
                      <a:cubicBezTo>
                        <a:pt x="14835" y="2099"/>
                        <a:pt x="14788" y="2065"/>
                        <a:pt x="14741" y="2030"/>
                      </a:cubicBezTo>
                      <a:cubicBezTo>
                        <a:pt x="14693" y="1996"/>
                        <a:pt x="14647" y="1961"/>
                        <a:pt x="14600" y="1925"/>
                      </a:cubicBezTo>
                      <a:cubicBezTo>
                        <a:pt x="14616" y="1938"/>
                        <a:pt x="14630" y="1951"/>
                        <a:pt x="14644" y="1965"/>
                      </a:cubicBezTo>
                      <a:cubicBezTo>
                        <a:pt x="14657" y="1979"/>
                        <a:pt x="14670" y="1994"/>
                        <a:pt x="14681" y="2010"/>
                      </a:cubicBezTo>
                      <a:cubicBezTo>
                        <a:pt x="14553" y="2019"/>
                        <a:pt x="14527" y="1994"/>
                        <a:pt x="14515" y="1957"/>
                      </a:cubicBezTo>
                      <a:cubicBezTo>
                        <a:pt x="14503" y="1921"/>
                        <a:pt x="14505" y="1874"/>
                        <a:pt x="14433" y="1839"/>
                      </a:cubicBezTo>
                      <a:cubicBezTo>
                        <a:pt x="14438" y="1846"/>
                        <a:pt x="14440" y="1853"/>
                        <a:pt x="14442" y="1862"/>
                      </a:cubicBezTo>
                      <a:cubicBezTo>
                        <a:pt x="14443" y="1871"/>
                        <a:pt x="14443" y="1881"/>
                        <a:pt x="14443" y="1893"/>
                      </a:cubicBezTo>
                      <a:cubicBezTo>
                        <a:pt x="14424" y="1881"/>
                        <a:pt x="14412" y="1877"/>
                        <a:pt x="14407" y="1880"/>
                      </a:cubicBezTo>
                      <a:cubicBezTo>
                        <a:pt x="14402" y="1883"/>
                        <a:pt x="14403" y="1893"/>
                        <a:pt x="14411" y="1911"/>
                      </a:cubicBezTo>
                      <a:cubicBezTo>
                        <a:pt x="14376" y="1894"/>
                        <a:pt x="14343" y="1876"/>
                        <a:pt x="14309" y="1858"/>
                      </a:cubicBezTo>
                      <a:cubicBezTo>
                        <a:pt x="14276" y="1839"/>
                        <a:pt x="14244" y="1820"/>
                        <a:pt x="14212" y="1800"/>
                      </a:cubicBezTo>
                      <a:cubicBezTo>
                        <a:pt x="14222" y="1797"/>
                        <a:pt x="14229" y="1797"/>
                        <a:pt x="14232" y="1800"/>
                      </a:cubicBezTo>
                      <a:cubicBezTo>
                        <a:pt x="14235" y="1804"/>
                        <a:pt x="14235" y="1811"/>
                        <a:pt x="14231" y="1821"/>
                      </a:cubicBezTo>
                      <a:cubicBezTo>
                        <a:pt x="14232" y="1820"/>
                        <a:pt x="14226" y="1793"/>
                        <a:pt x="14220" y="1768"/>
                      </a:cubicBezTo>
                      <a:cubicBezTo>
                        <a:pt x="14215" y="1744"/>
                        <a:pt x="14209" y="1723"/>
                        <a:pt x="14210" y="1734"/>
                      </a:cubicBezTo>
                      <a:cubicBezTo>
                        <a:pt x="14169" y="1715"/>
                        <a:pt x="14084" y="1641"/>
                        <a:pt x="14000" y="1568"/>
                      </a:cubicBezTo>
                      <a:cubicBezTo>
                        <a:pt x="13917" y="1495"/>
                        <a:pt x="13834" y="1423"/>
                        <a:pt x="13797" y="1407"/>
                      </a:cubicBezTo>
                      <a:cubicBezTo>
                        <a:pt x="14086" y="1521"/>
                        <a:pt x="13535" y="1337"/>
                        <a:pt x="13460" y="1295"/>
                      </a:cubicBezTo>
                      <a:cubicBezTo>
                        <a:pt x="13311" y="1211"/>
                        <a:pt x="13167" y="1120"/>
                        <a:pt x="13024" y="1029"/>
                      </a:cubicBezTo>
                      <a:cubicBezTo>
                        <a:pt x="12832" y="907"/>
                        <a:pt x="12604" y="837"/>
                        <a:pt x="12379" y="771"/>
                      </a:cubicBezTo>
                      <a:cubicBezTo>
                        <a:pt x="12462" y="783"/>
                        <a:pt x="12411" y="767"/>
                        <a:pt x="12371" y="755"/>
                      </a:cubicBezTo>
                      <a:cubicBezTo>
                        <a:pt x="12330" y="743"/>
                        <a:pt x="12299" y="736"/>
                        <a:pt x="12422" y="767"/>
                      </a:cubicBezTo>
                      <a:cubicBezTo>
                        <a:pt x="12377" y="739"/>
                        <a:pt x="12306" y="698"/>
                        <a:pt x="12264" y="677"/>
                      </a:cubicBezTo>
                      <a:cubicBezTo>
                        <a:pt x="12222" y="656"/>
                        <a:pt x="12208" y="654"/>
                        <a:pt x="12276" y="705"/>
                      </a:cubicBezTo>
                      <a:cubicBezTo>
                        <a:pt x="12232" y="693"/>
                        <a:pt x="12211" y="699"/>
                        <a:pt x="12181" y="695"/>
                      </a:cubicBezTo>
                      <a:cubicBezTo>
                        <a:pt x="12151" y="690"/>
                        <a:pt x="12113" y="675"/>
                        <a:pt x="12033" y="620"/>
                      </a:cubicBezTo>
                      <a:cubicBezTo>
                        <a:pt x="12064" y="629"/>
                        <a:pt x="12153" y="637"/>
                        <a:pt x="12179" y="632"/>
                      </a:cubicBezTo>
                      <a:cubicBezTo>
                        <a:pt x="12205" y="626"/>
                        <a:pt x="12168" y="608"/>
                        <a:pt x="11946" y="567"/>
                      </a:cubicBezTo>
                      <a:cubicBezTo>
                        <a:pt x="11960" y="567"/>
                        <a:pt x="11974" y="568"/>
                        <a:pt x="11988" y="570"/>
                      </a:cubicBezTo>
                      <a:cubicBezTo>
                        <a:pt x="12002" y="572"/>
                        <a:pt x="12016" y="576"/>
                        <a:pt x="12029" y="580"/>
                      </a:cubicBezTo>
                      <a:cubicBezTo>
                        <a:pt x="12003" y="575"/>
                        <a:pt x="11976" y="568"/>
                        <a:pt x="11951" y="562"/>
                      </a:cubicBezTo>
                      <a:cubicBezTo>
                        <a:pt x="11925" y="555"/>
                        <a:pt x="11899" y="548"/>
                        <a:pt x="11873" y="540"/>
                      </a:cubicBezTo>
                      <a:cubicBezTo>
                        <a:pt x="11901" y="540"/>
                        <a:pt x="11917" y="540"/>
                        <a:pt x="11921" y="539"/>
                      </a:cubicBezTo>
                      <a:cubicBezTo>
                        <a:pt x="11925" y="538"/>
                        <a:pt x="11917" y="537"/>
                        <a:pt x="11898" y="535"/>
                      </a:cubicBezTo>
                      <a:cubicBezTo>
                        <a:pt x="11897" y="529"/>
                        <a:pt x="11968" y="546"/>
                        <a:pt x="12040" y="563"/>
                      </a:cubicBezTo>
                      <a:cubicBezTo>
                        <a:pt x="12111" y="581"/>
                        <a:pt x="12184" y="600"/>
                        <a:pt x="12187" y="600"/>
                      </a:cubicBezTo>
                      <a:cubicBezTo>
                        <a:pt x="12128" y="584"/>
                        <a:pt x="12070" y="566"/>
                        <a:pt x="12012" y="549"/>
                      </a:cubicBezTo>
                      <a:cubicBezTo>
                        <a:pt x="11954" y="531"/>
                        <a:pt x="11896" y="515"/>
                        <a:pt x="11836" y="502"/>
                      </a:cubicBezTo>
                      <a:cubicBezTo>
                        <a:pt x="11859" y="507"/>
                        <a:pt x="11882" y="511"/>
                        <a:pt x="11905" y="516"/>
                      </a:cubicBezTo>
                      <a:cubicBezTo>
                        <a:pt x="11928" y="521"/>
                        <a:pt x="11951" y="526"/>
                        <a:pt x="11974" y="531"/>
                      </a:cubicBezTo>
                      <a:cubicBezTo>
                        <a:pt x="11942" y="524"/>
                        <a:pt x="11899" y="514"/>
                        <a:pt x="11896" y="513"/>
                      </a:cubicBezTo>
                      <a:cubicBezTo>
                        <a:pt x="11893" y="512"/>
                        <a:pt x="11930" y="520"/>
                        <a:pt x="12057" y="550"/>
                      </a:cubicBezTo>
                      <a:cubicBezTo>
                        <a:pt x="11888" y="519"/>
                        <a:pt x="11777" y="497"/>
                        <a:pt x="11726" y="483"/>
                      </a:cubicBezTo>
                      <a:cubicBezTo>
                        <a:pt x="11675" y="469"/>
                        <a:pt x="11682" y="463"/>
                        <a:pt x="11748" y="466"/>
                      </a:cubicBezTo>
                      <a:cubicBezTo>
                        <a:pt x="11747" y="465"/>
                        <a:pt x="11746" y="463"/>
                        <a:pt x="11745" y="462"/>
                      </a:cubicBezTo>
                      <a:cubicBezTo>
                        <a:pt x="11744" y="460"/>
                        <a:pt x="11743" y="459"/>
                        <a:pt x="11742" y="458"/>
                      </a:cubicBezTo>
                      <a:cubicBezTo>
                        <a:pt x="11779" y="467"/>
                        <a:pt x="11817" y="476"/>
                        <a:pt x="11855" y="483"/>
                      </a:cubicBezTo>
                      <a:cubicBezTo>
                        <a:pt x="11893" y="490"/>
                        <a:pt x="11931" y="496"/>
                        <a:pt x="11969" y="500"/>
                      </a:cubicBezTo>
                      <a:cubicBezTo>
                        <a:pt x="11937" y="496"/>
                        <a:pt x="11905" y="491"/>
                        <a:pt x="11873" y="484"/>
                      </a:cubicBezTo>
                      <a:cubicBezTo>
                        <a:pt x="11842" y="477"/>
                        <a:pt x="11811" y="468"/>
                        <a:pt x="11781" y="458"/>
                      </a:cubicBezTo>
                      <a:cubicBezTo>
                        <a:pt x="11846" y="465"/>
                        <a:pt x="11888" y="475"/>
                        <a:pt x="11940" y="487"/>
                      </a:cubicBezTo>
                      <a:cubicBezTo>
                        <a:pt x="11992" y="499"/>
                        <a:pt x="12054" y="513"/>
                        <a:pt x="12159" y="529"/>
                      </a:cubicBezTo>
                      <a:cubicBezTo>
                        <a:pt x="12141" y="524"/>
                        <a:pt x="12124" y="513"/>
                        <a:pt x="12108" y="501"/>
                      </a:cubicBezTo>
                      <a:cubicBezTo>
                        <a:pt x="12092" y="490"/>
                        <a:pt x="12076" y="479"/>
                        <a:pt x="12058" y="473"/>
                      </a:cubicBezTo>
                      <a:cubicBezTo>
                        <a:pt x="12187" y="480"/>
                        <a:pt x="12341" y="470"/>
                        <a:pt x="12497" y="483"/>
                      </a:cubicBezTo>
                      <a:cubicBezTo>
                        <a:pt x="12654" y="496"/>
                        <a:pt x="12813" y="531"/>
                        <a:pt x="12955" y="629"/>
                      </a:cubicBezTo>
                      <a:cubicBezTo>
                        <a:pt x="12947" y="627"/>
                        <a:pt x="12915" y="626"/>
                        <a:pt x="12882" y="624"/>
                      </a:cubicBezTo>
                      <a:cubicBezTo>
                        <a:pt x="12850" y="622"/>
                        <a:pt x="12817" y="620"/>
                        <a:pt x="12808" y="618"/>
                      </a:cubicBezTo>
                      <a:cubicBezTo>
                        <a:pt x="12827" y="622"/>
                        <a:pt x="12846" y="627"/>
                        <a:pt x="12865" y="632"/>
                      </a:cubicBezTo>
                      <a:cubicBezTo>
                        <a:pt x="12884" y="638"/>
                        <a:pt x="12903" y="644"/>
                        <a:pt x="12921" y="651"/>
                      </a:cubicBezTo>
                      <a:cubicBezTo>
                        <a:pt x="12897" y="645"/>
                        <a:pt x="12873" y="641"/>
                        <a:pt x="12849" y="640"/>
                      </a:cubicBezTo>
                      <a:cubicBezTo>
                        <a:pt x="12824" y="638"/>
                        <a:pt x="12800" y="638"/>
                        <a:pt x="12775" y="641"/>
                      </a:cubicBezTo>
                      <a:cubicBezTo>
                        <a:pt x="12848" y="676"/>
                        <a:pt x="12995" y="719"/>
                        <a:pt x="13145" y="753"/>
                      </a:cubicBezTo>
                      <a:cubicBezTo>
                        <a:pt x="13296" y="787"/>
                        <a:pt x="13448" y="812"/>
                        <a:pt x="13531" y="810"/>
                      </a:cubicBezTo>
                      <a:cubicBezTo>
                        <a:pt x="13515" y="799"/>
                        <a:pt x="13507" y="793"/>
                        <a:pt x="13507" y="790"/>
                      </a:cubicBezTo>
                      <a:cubicBezTo>
                        <a:pt x="13508" y="788"/>
                        <a:pt x="13516" y="790"/>
                        <a:pt x="13533" y="795"/>
                      </a:cubicBezTo>
                      <a:cubicBezTo>
                        <a:pt x="13465" y="773"/>
                        <a:pt x="13397" y="752"/>
                        <a:pt x="13329" y="730"/>
                      </a:cubicBezTo>
                      <a:cubicBezTo>
                        <a:pt x="13261" y="707"/>
                        <a:pt x="13194" y="685"/>
                        <a:pt x="13126" y="663"/>
                      </a:cubicBezTo>
                      <a:cubicBezTo>
                        <a:pt x="13285" y="697"/>
                        <a:pt x="13205" y="665"/>
                        <a:pt x="13077" y="621"/>
                      </a:cubicBezTo>
                      <a:cubicBezTo>
                        <a:pt x="12948" y="578"/>
                        <a:pt x="12771" y="524"/>
                        <a:pt x="12736" y="513"/>
                      </a:cubicBezTo>
                      <a:cubicBezTo>
                        <a:pt x="12752" y="512"/>
                        <a:pt x="12768" y="512"/>
                        <a:pt x="12783" y="515"/>
                      </a:cubicBezTo>
                      <a:cubicBezTo>
                        <a:pt x="12799" y="517"/>
                        <a:pt x="12814" y="520"/>
                        <a:pt x="12829" y="526"/>
                      </a:cubicBezTo>
                      <a:cubicBezTo>
                        <a:pt x="12720" y="469"/>
                        <a:pt x="12598" y="436"/>
                        <a:pt x="12474" y="410"/>
                      </a:cubicBezTo>
                      <a:cubicBezTo>
                        <a:pt x="12350" y="385"/>
                        <a:pt x="12223" y="368"/>
                        <a:pt x="12102" y="344"/>
                      </a:cubicBezTo>
                      <a:cubicBezTo>
                        <a:pt x="12171" y="382"/>
                        <a:pt x="12262" y="396"/>
                        <a:pt x="12355" y="407"/>
                      </a:cubicBezTo>
                      <a:cubicBezTo>
                        <a:pt x="12448" y="418"/>
                        <a:pt x="12543" y="424"/>
                        <a:pt x="12621" y="444"/>
                      </a:cubicBezTo>
                      <a:cubicBezTo>
                        <a:pt x="12414" y="344"/>
                        <a:pt x="12093" y="270"/>
                        <a:pt x="11896" y="225"/>
                      </a:cubicBezTo>
                      <a:cubicBezTo>
                        <a:pt x="11843" y="213"/>
                        <a:pt x="11791" y="201"/>
                        <a:pt x="11739" y="186"/>
                      </a:cubicBezTo>
                      <a:cubicBezTo>
                        <a:pt x="11864" y="212"/>
                        <a:pt x="11777" y="192"/>
                        <a:pt x="11725" y="181"/>
                      </a:cubicBezTo>
                      <a:cubicBezTo>
                        <a:pt x="11674" y="170"/>
                        <a:pt x="11659" y="167"/>
                        <a:pt x="11929" y="225"/>
                      </a:cubicBezTo>
                      <a:cubicBezTo>
                        <a:pt x="11857" y="203"/>
                        <a:pt x="11785" y="182"/>
                        <a:pt x="11712" y="162"/>
                      </a:cubicBezTo>
                      <a:cubicBezTo>
                        <a:pt x="11640" y="142"/>
                        <a:pt x="11567" y="122"/>
                        <a:pt x="11494" y="103"/>
                      </a:cubicBezTo>
                      <a:cubicBezTo>
                        <a:pt x="11516" y="108"/>
                        <a:pt x="11539" y="113"/>
                        <a:pt x="11562" y="117"/>
                      </a:cubicBezTo>
                      <a:cubicBezTo>
                        <a:pt x="11585" y="121"/>
                        <a:pt x="11609" y="124"/>
                        <a:pt x="11632" y="127"/>
                      </a:cubicBezTo>
                      <a:cubicBezTo>
                        <a:pt x="11541" y="109"/>
                        <a:pt x="11449" y="90"/>
                        <a:pt x="11358" y="72"/>
                      </a:cubicBezTo>
                      <a:cubicBezTo>
                        <a:pt x="11267" y="53"/>
                        <a:pt x="11176" y="34"/>
                        <a:pt x="11085" y="15"/>
                      </a:cubicBezTo>
                      <a:cubicBezTo>
                        <a:pt x="11101" y="17"/>
                        <a:pt x="11110" y="18"/>
                        <a:pt x="11111" y="17"/>
                      </a:cubicBezTo>
                      <a:cubicBezTo>
                        <a:pt x="11112" y="17"/>
                        <a:pt x="11105" y="15"/>
                        <a:pt x="11090" y="12"/>
                      </a:cubicBezTo>
                      <a:cubicBezTo>
                        <a:pt x="11153" y="24"/>
                        <a:pt x="11087" y="12"/>
                        <a:pt x="11049" y="5"/>
                      </a:cubicBezTo>
                      <a:cubicBezTo>
                        <a:pt x="11012" y="-3"/>
                        <a:pt x="11004" y="-6"/>
                        <a:pt x="11183" y="22"/>
                      </a:cubicBezTo>
                      <a:cubicBezTo>
                        <a:pt x="12154" y="220"/>
                        <a:pt x="13289" y="603"/>
                        <a:pt x="14386" y="1110"/>
                      </a:cubicBezTo>
                      <a:cubicBezTo>
                        <a:pt x="15484" y="1617"/>
                        <a:pt x="16544" y="2247"/>
                        <a:pt x="17365" y="2939"/>
                      </a:cubicBezTo>
                      <a:cubicBezTo>
                        <a:pt x="17302" y="2888"/>
                        <a:pt x="17218" y="2824"/>
                        <a:pt x="17127" y="2752"/>
                      </a:cubicBezTo>
                      <a:cubicBezTo>
                        <a:pt x="17035" y="2680"/>
                        <a:pt x="16935" y="2600"/>
                        <a:pt x="16841" y="2514"/>
                      </a:cubicBezTo>
                      <a:cubicBezTo>
                        <a:pt x="16901" y="2568"/>
                        <a:pt x="16967" y="2623"/>
                        <a:pt x="17028" y="2673"/>
                      </a:cubicBezTo>
                      <a:cubicBezTo>
                        <a:pt x="17088" y="2722"/>
                        <a:pt x="17144" y="2765"/>
                        <a:pt x="17182" y="2796"/>
                      </a:cubicBezTo>
                      <a:cubicBezTo>
                        <a:pt x="17182" y="2795"/>
                        <a:pt x="17143" y="2768"/>
                        <a:pt x="17113" y="2747"/>
                      </a:cubicBezTo>
                      <a:cubicBezTo>
                        <a:pt x="17082" y="2725"/>
                        <a:pt x="17060" y="2709"/>
                        <a:pt x="17091" y="2731"/>
                      </a:cubicBezTo>
                      <a:cubicBezTo>
                        <a:pt x="17287" y="2885"/>
                        <a:pt x="17477" y="3045"/>
                        <a:pt x="17659" y="3210"/>
                      </a:cubicBezTo>
                      <a:cubicBezTo>
                        <a:pt x="17842" y="3375"/>
                        <a:pt x="18019" y="3545"/>
                        <a:pt x="18187" y="3721"/>
                      </a:cubicBezTo>
                      <a:cubicBezTo>
                        <a:pt x="18057" y="3569"/>
                        <a:pt x="18088" y="3602"/>
                        <a:pt x="18118" y="3636"/>
                      </a:cubicBezTo>
                      <a:cubicBezTo>
                        <a:pt x="18147" y="3669"/>
                        <a:pt x="18175" y="3702"/>
                        <a:pt x="18039" y="3551"/>
                      </a:cubicBezTo>
                      <a:cubicBezTo>
                        <a:pt x="18147" y="3656"/>
                        <a:pt x="18255" y="3762"/>
                        <a:pt x="18360" y="3869"/>
                      </a:cubicBezTo>
                      <a:cubicBezTo>
                        <a:pt x="18466" y="3977"/>
                        <a:pt x="18571" y="4084"/>
                        <a:pt x="18671" y="4195"/>
                      </a:cubicBezTo>
                      <a:cubicBezTo>
                        <a:pt x="18660" y="4182"/>
                        <a:pt x="18648" y="4169"/>
                        <a:pt x="18636" y="4156"/>
                      </a:cubicBezTo>
                      <a:cubicBezTo>
                        <a:pt x="18624" y="4144"/>
                        <a:pt x="18611" y="4131"/>
                        <a:pt x="18598" y="4119"/>
                      </a:cubicBezTo>
                      <a:cubicBezTo>
                        <a:pt x="18633" y="4162"/>
                        <a:pt x="18621" y="4145"/>
                        <a:pt x="18608" y="4128"/>
                      </a:cubicBezTo>
                      <a:cubicBezTo>
                        <a:pt x="18594" y="4112"/>
                        <a:pt x="18581" y="4097"/>
                        <a:pt x="18613" y="4146"/>
                      </a:cubicBezTo>
                      <a:cubicBezTo>
                        <a:pt x="18512" y="4041"/>
                        <a:pt x="18444" y="3974"/>
                        <a:pt x="18380" y="3912"/>
                      </a:cubicBezTo>
                      <a:cubicBezTo>
                        <a:pt x="18317" y="3849"/>
                        <a:pt x="18257" y="3790"/>
                        <a:pt x="18170" y="3701"/>
                      </a:cubicBezTo>
                      <a:cubicBezTo>
                        <a:pt x="18180" y="3713"/>
                        <a:pt x="18190" y="3724"/>
                        <a:pt x="18200" y="3736"/>
                      </a:cubicBezTo>
                      <a:cubicBezTo>
                        <a:pt x="18210" y="3747"/>
                        <a:pt x="18220" y="3759"/>
                        <a:pt x="18231" y="3770"/>
                      </a:cubicBezTo>
                      <a:cubicBezTo>
                        <a:pt x="18090" y="3638"/>
                        <a:pt x="18108" y="3670"/>
                        <a:pt x="18165" y="3738"/>
                      </a:cubicBezTo>
                      <a:cubicBezTo>
                        <a:pt x="18221" y="3806"/>
                        <a:pt x="18315" y="3908"/>
                        <a:pt x="18325" y="3916"/>
                      </a:cubicBezTo>
                      <a:cubicBezTo>
                        <a:pt x="18311" y="3906"/>
                        <a:pt x="18297" y="3896"/>
                        <a:pt x="18284" y="3885"/>
                      </a:cubicBezTo>
                      <a:cubicBezTo>
                        <a:pt x="18271" y="3874"/>
                        <a:pt x="18259" y="3863"/>
                        <a:pt x="18247" y="3852"/>
                      </a:cubicBezTo>
                      <a:cubicBezTo>
                        <a:pt x="18289" y="3899"/>
                        <a:pt x="18335" y="3944"/>
                        <a:pt x="18382" y="3989"/>
                      </a:cubicBezTo>
                      <a:cubicBezTo>
                        <a:pt x="18428" y="4034"/>
                        <a:pt x="18476" y="4079"/>
                        <a:pt x="18521" y="4124"/>
                      </a:cubicBezTo>
                      <a:cubicBezTo>
                        <a:pt x="18480" y="4076"/>
                        <a:pt x="18464" y="4053"/>
                        <a:pt x="18474" y="4058"/>
                      </a:cubicBezTo>
                      <a:cubicBezTo>
                        <a:pt x="18484" y="4062"/>
                        <a:pt x="18521" y="4093"/>
                        <a:pt x="18583" y="4150"/>
                      </a:cubicBezTo>
                      <a:cubicBezTo>
                        <a:pt x="18569" y="4148"/>
                        <a:pt x="18556" y="4144"/>
                        <a:pt x="18544" y="4138"/>
                      </a:cubicBezTo>
                      <a:cubicBezTo>
                        <a:pt x="18532" y="4131"/>
                        <a:pt x="18523" y="4122"/>
                        <a:pt x="18515" y="4111"/>
                      </a:cubicBezTo>
                      <a:cubicBezTo>
                        <a:pt x="18560" y="4154"/>
                        <a:pt x="18602" y="4206"/>
                        <a:pt x="18643" y="4258"/>
                      </a:cubicBezTo>
                      <a:cubicBezTo>
                        <a:pt x="18684" y="4311"/>
                        <a:pt x="18724" y="4364"/>
                        <a:pt x="18765" y="4409"/>
                      </a:cubicBezTo>
                      <a:cubicBezTo>
                        <a:pt x="18735" y="4376"/>
                        <a:pt x="18706" y="4338"/>
                        <a:pt x="18679" y="4304"/>
                      </a:cubicBezTo>
                      <a:cubicBezTo>
                        <a:pt x="18651" y="4269"/>
                        <a:pt x="18624" y="4236"/>
                        <a:pt x="18596" y="4214"/>
                      </a:cubicBezTo>
                      <a:cubicBezTo>
                        <a:pt x="18597" y="4220"/>
                        <a:pt x="18598" y="4227"/>
                        <a:pt x="18599" y="4233"/>
                      </a:cubicBezTo>
                      <a:cubicBezTo>
                        <a:pt x="18600" y="4239"/>
                        <a:pt x="18601" y="4246"/>
                        <a:pt x="18602" y="4252"/>
                      </a:cubicBezTo>
                      <a:cubicBezTo>
                        <a:pt x="18489" y="4154"/>
                        <a:pt x="18329" y="4002"/>
                        <a:pt x="18154" y="3870"/>
                      </a:cubicBezTo>
                      <a:cubicBezTo>
                        <a:pt x="17979" y="3737"/>
                        <a:pt x="17788" y="3623"/>
                        <a:pt x="17614" y="3600"/>
                      </a:cubicBezTo>
                      <a:cubicBezTo>
                        <a:pt x="17680" y="3662"/>
                        <a:pt x="17731" y="3698"/>
                        <a:pt x="17732" y="3699"/>
                      </a:cubicBezTo>
                      <a:cubicBezTo>
                        <a:pt x="17733" y="3700"/>
                        <a:pt x="17684" y="3665"/>
                        <a:pt x="17550" y="3585"/>
                      </a:cubicBezTo>
                      <a:cubicBezTo>
                        <a:pt x="17684" y="3698"/>
                        <a:pt x="17842" y="3791"/>
                        <a:pt x="17996" y="3883"/>
                      </a:cubicBezTo>
                      <a:cubicBezTo>
                        <a:pt x="18150" y="3975"/>
                        <a:pt x="18300" y="4066"/>
                        <a:pt x="18417" y="4178"/>
                      </a:cubicBezTo>
                      <a:cubicBezTo>
                        <a:pt x="18319" y="4150"/>
                        <a:pt x="18402" y="4214"/>
                        <a:pt x="18505" y="4304"/>
                      </a:cubicBezTo>
                      <a:cubicBezTo>
                        <a:pt x="18607" y="4394"/>
                        <a:pt x="18729" y="4510"/>
                        <a:pt x="18708" y="4587"/>
                      </a:cubicBezTo>
                      <a:cubicBezTo>
                        <a:pt x="18654" y="4529"/>
                        <a:pt x="18441" y="4336"/>
                        <a:pt x="18219" y="4174"/>
                      </a:cubicBezTo>
                      <a:cubicBezTo>
                        <a:pt x="17998" y="4013"/>
                        <a:pt x="17768" y="3883"/>
                        <a:pt x="17679" y="3952"/>
                      </a:cubicBezTo>
                      <a:cubicBezTo>
                        <a:pt x="17751" y="4104"/>
                        <a:pt x="17940" y="4457"/>
                        <a:pt x="18083" y="4807"/>
                      </a:cubicBezTo>
                      <a:cubicBezTo>
                        <a:pt x="18226" y="5157"/>
                        <a:pt x="18323" y="5504"/>
                        <a:pt x="18211" y="5644"/>
                      </a:cubicBezTo>
                      <a:cubicBezTo>
                        <a:pt x="18219" y="5662"/>
                        <a:pt x="18272" y="5596"/>
                        <a:pt x="18296" y="5559"/>
                      </a:cubicBezTo>
                      <a:cubicBezTo>
                        <a:pt x="18321" y="5521"/>
                        <a:pt x="18317" y="5512"/>
                        <a:pt x="18211" y="5644"/>
                      </a:cubicBezTo>
                      <a:close/>
                      <a:moveTo>
                        <a:pt x="11486" y="3153"/>
                      </a:moveTo>
                      <a:cubicBezTo>
                        <a:pt x="11467" y="3157"/>
                        <a:pt x="11478" y="3166"/>
                        <a:pt x="11488" y="3169"/>
                      </a:cubicBezTo>
                      <a:cubicBezTo>
                        <a:pt x="11498" y="3173"/>
                        <a:pt x="11507" y="3171"/>
                        <a:pt x="11486" y="3153"/>
                      </a:cubicBezTo>
                      <a:lnTo>
                        <a:pt x="11486" y="3154"/>
                      </a:lnTo>
                      <a:lnTo>
                        <a:pt x="11486" y="3153"/>
                      </a:lnTo>
                      <a:close/>
                      <a:moveTo>
                        <a:pt x="11072" y="1540"/>
                      </a:moveTo>
                      <a:cubicBezTo>
                        <a:pt x="11065" y="1513"/>
                        <a:pt x="11066" y="1513"/>
                        <a:pt x="11068" y="1520"/>
                      </a:cubicBezTo>
                      <a:cubicBezTo>
                        <a:pt x="11070" y="1527"/>
                        <a:pt x="11074" y="1541"/>
                        <a:pt x="11072" y="1540"/>
                      </a:cubicBezTo>
                      <a:cubicBezTo>
                        <a:pt x="11071" y="1537"/>
                        <a:pt x="11072" y="1538"/>
                        <a:pt x="11073" y="1538"/>
                      </a:cubicBezTo>
                      <a:cubicBezTo>
                        <a:pt x="11074" y="1539"/>
                        <a:pt x="11073" y="1540"/>
                        <a:pt x="11072" y="1540"/>
                      </a:cubicBezTo>
                      <a:close/>
                      <a:moveTo>
                        <a:pt x="10200" y="946"/>
                      </a:moveTo>
                      <a:cubicBezTo>
                        <a:pt x="10216" y="945"/>
                        <a:pt x="10208" y="942"/>
                        <a:pt x="10200" y="940"/>
                      </a:cubicBezTo>
                      <a:cubicBezTo>
                        <a:pt x="10192" y="939"/>
                        <a:pt x="10184" y="940"/>
                        <a:pt x="10200" y="946"/>
                      </a:cubicBezTo>
                      <a:lnTo>
                        <a:pt x="10200" y="946"/>
                      </a:lnTo>
                      <a:lnTo>
                        <a:pt x="10200" y="946"/>
                      </a:lnTo>
                      <a:close/>
                      <a:moveTo>
                        <a:pt x="10126" y="928"/>
                      </a:moveTo>
                      <a:cubicBezTo>
                        <a:pt x="10135" y="925"/>
                        <a:pt x="10093" y="934"/>
                        <a:pt x="10070" y="939"/>
                      </a:cubicBezTo>
                      <a:cubicBezTo>
                        <a:pt x="10047" y="944"/>
                        <a:pt x="10043" y="946"/>
                        <a:pt x="10126" y="928"/>
                      </a:cubicBezTo>
                      <a:lnTo>
                        <a:pt x="10126" y="928"/>
                      </a:lnTo>
                      <a:close/>
                      <a:moveTo>
                        <a:pt x="8590" y="488"/>
                      </a:moveTo>
                      <a:lnTo>
                        <a:pt x="8590" y="488"/>
                      </a:lnTo>
                      <a:lnTo>
                        <a:pt x="8590" y="488"/>
                      </a:lnTo>
                      <a:close/>
                      <a:moveTo>
                        <a:pt x="8466" y="438"/>
                      </a:moveTo>
                      <a:cubicBezTo>
                        <a:pt x="8487" y="444"/>
                        <a:pt x="8489" y="445"/>
                        <a:pt x="8485" y="443"/>
                      </a:cubicBezTo>
                      <a:cubicBezTo>
                        <a:pt x="8481" y="442"/>
                        <a:pt x="8470" y="439"/>
                        <a:pt x="8466" y="438"/>
                      </a:cubicBezTo>
                      <a:cubicBezTo>
                        <a:pt x="8469" y="439"/>
                        <a:pt x="8469" y="439"/>
                        <a:pt x="8468" y="439"/>
                      </a:cubicBezTo>
                      <a:lnTo>
                        <a:pt x="8466" y="438"/>
                      </a:lnTo>
                      <a:close/>
                      <a:moveTo>
                        <a:pt x="7888" y="324"/>
                      </a:moveTo>
                      <a:cubicBezTo>
                        <a:pt x="7886" y="325"/>
                        <a:pt x="7861" y="317"/>
                        <a:pt x="7849" y="314"/>
                      </a:cubicBezTo>
                      <a:cubicBezTo>
                        <a:pt x="7837" y="310"/>
                        <a:pt x="7838" y="310"/>
                        <a:pt x="7888" y="324"/>
                      </a:cubicBezTo>
                      <a:lnTo>
                        <a:pt x="7888" y="324"/>
                      </a:lnTo>
                      <a:lnTo>
                        <a:pt x="7888" y="324"/>
                      </a:lnTo>
                      <a:close/>
                      <a:moveTo>
                        <a:pt x="7752" y="283"/>
                      </a:moveTo>
                      <a:cubicBezTo>
                        <a:pt x="7772" y="288"/>
                        <a:pt x="7792" y="293"/>
                        <a:pt x="7812" y="299"/>
                      </a:cubicBezTo>
                      <a:cubicBezTo>
                        <a:pt x="7832" y="304"/>
                        <a:pt x="7852" y="309"/>
                        <a:pt x="7871" y="314"/>
                      </a:cubicBezTo>
                      <a:cubicBezTo>
                        <a:pt x="7873" y="313"/>
                        <a:pt x="7843" y="307"/>
                        <a:pt x="7813" y="301"/>
                      </a:cubicBezTo>
                      <a:cubicBezTo>
                        <a:pt x="7783" y="294"/>
                        <a:pt x="7752" y="286"/>
                        <a:pt x="7752" y="283"/>
                      </a:cubicBezTo>
                      <a:cubicBezTo>
                        <a:pt x="7766" y="287"/>
                        <a:pt x="7766" y="289"/>
                        <a:pt x="7763" y="290"/>
                      </a:cubicBezTo>
                      <a:cubicBezTo>
                        <a:pt x="7759" y="290"/>
                        <a:pt x="7752" y="289"/>
                        <a:pt x="7752" y="283"/>
                      </a:cubicBezTo>
                      <a:close/>
                      <a:moveTo>
                        <a:pt x="7816" y="289"/>
                      </a:moveTo>
                      <a:cubicBezTo>
                        <a:pt x="7794" y="290"/>
                        <a:pt x="7824" y="297"/>
                        <a:pt x="7844" y="300"/>
                      </a:cubicBezTo>
                      <a:cubicBezTo>
                        <a:pt x="7865" y="303"/>
                        <a:pt x="7876" y="302"/>
                        <a:pt x="7816" y="289"/>
                      </a:cubicBezTo>
                      <a:lnTo>
                        <a:pt x="7815" y="290"/>
                      </a:lnTo>
                      <a:lnTo>
                        <a:pt x="7816" y="289"/>
                      </a:lnTo>
                      <a:close/>
                      <a:moveTo>
                        <a:pt x="11423" y="1565"/>
                      </a:moveTo>
                      <a:cubicBezTo>
                        <a:pt x="11495" y="1604"/>
                        <a:pt x="11472" y="1670"/>
                        <a:pt x="11430" y="1728"/>
                      </a:cubicBezTo>
                      <a:cubicBezTo>
                        <a:pt x="11388" y="1785"/>
                        <a:pt x="11327" y="1832"/>
                        <a:pt x="11324" y="1834"/>
                      </a:cubicBezTo>
                      <a:cubicBezTo>
                        <a:pt x="11339" y="1839"/>
                        <a:pt x="11350" y="1846"/>
                        <a:pt x="11356" y="1854"/>
                      </a:cubicBezTo>
                      <a:cubicBezTo>
                        <a:pt x="11363" y="1863"/>
                        <a:pt x="11365" y="1873"/>
                        <a:pt x="11364" y="1885"/>
                      </a:cubicBezTo>
                      <a:cubicBezTo>
                        <a:pt x="11329" y="1878"/>
                        <a:pt x="11295" y="1872"/>
                        <a:pt x="11260" y="1865"/>
                      </a:cubicBezTo>
                      <a:cubicBezTo>
                        <a:pt x="11226" y="1858"/>
                        <a:pt x="11192" y="1851"/>
                        <a:pt x="11157" y="1843"/>
                      </a:cubicBezTo>
                      <a:cubicBezTo>
                        <a:pt x="11245" y="1903"/>
                        <a:pt x="11294" y="1976"/>
                        <a:pt x="11337" y="2052"/>
                      </a:cubicBezTo>
                      <a:cubicBezTo>
                        <a:pt x="11380" y="2128"/>
                        <a:pt x="11419" y="2207"/>
                        <a:pt x="11488" y="2277"/>
                      </a:cubicBezTo>
                      <a:cubicBezTo>
                        <a:pt x="11451" y="2285"/>
                        <a:pt x="11431" y="2276"/>
                        <a:pt x="11426" y="2278"/>
                      </a:cubicBezTo>
                      <a:cubicBezTo>
                        <a:pt x="11421" y="2279"/>
                        <a:pt x="11430" y="2290"/>
                        <a:pt x="11451" y="2336"/>
                      </a:cubicBezTo>
                      <a:cubicBezTo>
                        <a:pt x="11434" y="2330"/>
                        <a:pt x="11416" y="2324"/>
                        <a:pt x="11400" y="2316"/>
                      </a:cubicBezTo>
                      <a:cubicBezTo>
                        <a:pt x="11383" y="2308"/>
                        <a:pt x="11367" y="2300"/>
                        <a:pt x="11352" y="2291"/>
                      </a:cubicBezTo>
                      <a:cubicBezTo>
                        <a:pt x="11341" y="2324"/>
                        <a:pt x="11352" y="2392"/>
                        <a:pt x="11358" y="2453"/>
                      </a:cubicBezTo>
                      <a:cubicBezTo>
                        <a:pt x="11365" y="2514"/>
                        <a:pt x="11366" y="2568"/>
                        <a:pt x="11336" y="2575"/>
                      </a:cubicBezTo>
                      <a:cubicBezTo>
                        <a:pt x="11403" y="2639"/>
                        <a:pt x="11423" y="2669"/>
                        <a:pt x="11444" y="2694"/>
                      </a:cubicBezTo>
                      <a:cubicBezTo>
                        <a:pt x="11464" y="2719"/>
                        <a:pt x="11486" y="2740"/>
                        <a:pt x="11558" y="2787"/>
                      </a:cubicBezTo>
                      <a:cubicBezTo>
                        <a:pt x="11547" y="2780"/>
                        <a:pt x="11536" y="2775"/>
                        <a:pt x="11525" y="2774"/>
                      </a:cubicBezTo>
                      <a:cubicBezTo>
                        <a:pt x="11514" y="2772"/>
                        <a:pt x="11503" y="2773"/>
                        <a:pt x="11492" y="2777"/>
                      </a:cubicBezTo>
                      <a:cubicBezTo>
                        <a:pt x="11517" y="2772"/>
                        <a:pt x="11577" y="2881"/>
                        <a:pt x="11643" y="2998"/>
                      </a:cubicBezTo>
                      <a:cubicBezTo>
                        <a:pt x="11708" y="3114"/>
                        <a:pt x="11779" y="3237"/>
                        <a:pt x="11826" y="3261"/>
                      </a:cubicBezTo>
                      <a:cubicBezTo>
                        <a:pt x="11763" y="3313"/>
                        <a:pt x="11748" y="3295"/>
                        <a:pt x="11737" y="3266"/>
                      </a:cubicBezTo>
                      <a:cubicBezTo>
                        <a:pt x="11727" y="3237"/>
                        <a:pt x="11721" y="3198"/>
                        <a:pt x="11675" y="3207"/>
                      </a:cubicBezTo>
                      <a:cubicBezTo>
                        <a:pt x="11699" y="3236"/>
                        <a:pt x="11695" y="3238"/>
                        <a:pt x="11680" y="3239"/>
                      </a:cubicBezTo>
                      <a:cubicBezTo>
                        <a:pt x="11665" y="3241"/>
                        <a:pt x="11640" y="3242"/>
                        <a:pt x="11623" y="3269"/>
                      </a:cubicBezTo>
                      <a:cubicBezTo>
                        <a:pt x="11607" y="3250"/>
                        <a:pt x="11566" y="3215"/>
                        <a:pt x="11519" y="3183"/>
                      </a:cubicBezTo>
                      <a:cubicBezTo>
                        <a:pt x="11472" y="3152"/>
                        <a:pt x="11419" y="3124"/>
                        <a:pt x="11381" y="3122"/>
                      </a:cubicBezTo>
                      <a:cubicBezTo>
                        <a:pt x="11375" y="3139"/>
                        <a:pt x="11368" y="3168"/>
                        <a:pt x="11356" y="3194"/>
                      </a:cubicBezTo>
                      <a:cubicBezTo>
                        <a:pt x="11344" y="3220"/>
                        <a:pt x="11329" y="3243"/>
                        <a:pt x="11306" y="3247"/>
                      </a:cubicBezTo>
                      <a:cubicBezTo>
                        <a:pt x="11267" y="3195"/>
                        <a:pt x="11044" y="3063"/>
                        <a:pt x="10856" y="2945"/>
                      </a:cubicBezTo>
                      <a:cubicBezTo>
                        <a:pt x="10669" y="2826"/>
                        <a:pt x="10517" y="2721"/>
                        <a:pt x="10623" y="2722"/>
                      </a:cubicBezTo>
                      <a:cubicBezTo>
                        <a:pt x="10599" y="2697"/>
                        <a:pt x="10286" y="2624"/>
                        <a:pt x="10152" y="2454"/>
                      </a:cubicBezTo>
                      <a:cubicBezTo>
                        <a:pt x="10037" y="2309"/>
                        <a:pt x="10272" y="2373"/>
                        <a:pt x="10186" y="2230"/>
                      </a:cubicBezTo>
                      <a:cubicBezTo>
                        <a:pt x="10183" y="2232"/>
                        <a:pt x="10151" y="2250"/>
                        <a:pt x="10117" y="2272"/>
                      </a:cubicBezTo>
                      <a:cubicBezTo>
                        <a:pt x="10082" y="2293"/>
                        <a:pt x="10045" y="2319"/>
                        <a:pt x="10031" y="2338"/>
                      </a:cubicBezTo>
                      <a:cubicBezTo>
                        <a:pt x="10013" y="2315"/>
                        <a:pt x="10001" y="2282"/>
                        <a:pt x="10006" y="2259"/>
                      </a:cubicBezTo>
                      <a:cubicBezTo>
                        <a:pt x="10011" y="2237"/>
                        <a:pt x="10034" y="2226"/>
                        <a:pt x="10089" y="2247"/>
                      </a:cubicBezTo>
                      <a:cubicBezTo>
                        <a:pt x="10071" y="2248"/>
                        <a:pt x="10055" y="2246"/>
                        <a:pt x="10039" y="2240"/>
                      </a:cubicBezTo>
                      <a:cubicBezTo>
                        <a:pt x="10024" y="2234"/>
                        <a:pt x="10010" y="2226"/>
                        <a:pt x="10000" y="2214"/>
                      </a:cubicBezTo>
                      <a:cubicBezTo>
                        <a:pt x="10027" y="2212"/>
                        <a:pt x="10054" y="2210"/>
                        <a:pt x="10080" y="2208"/>
                      </a:cubicBezTo>
                      <a:cubicBezTo>
                        <a:pt x="10107" y="2205"/>
                        <a:pt x="10134" y="2203"/>
                        <a:pt x="10161" y="2200"/>
                      </a:cubicBezTo>
                      <a:cubicBezTo>
                        <a:pt x="10128" y="2170"/>
                        <a:pt x="10089" y="2179"/>
                        <a:pt x="10055" y="2189"/>
                      </a:cubicBezTo>
                      <a:cubicBezTo>
                        <a:pt x="10020" y="2200"/>
                        <a:pt x="9990" y="2212"/>
                        <a:pt x="9973" y="2190"/>
                      </a:cubicBezTo>
                      <a:cubicBezTo>
                        <a:pt x="9983" y="2173"/>
                        <a:pt x="9998" y="2159"/>
                        <a:pt x="10016" y="2148"/>
                      </a:cubicBezTo>
                      <a:cubicBezTo>
                        <a:pt x="10034" y="2137"/>
                        <a:pt x="10054" y="2131"/>
                        <a:pt x="10077" y="2128"/>
                      </a:cubicBezTo>
                      <a:cubicBezTo>
                        <a:pt x="10068" y="2118"/>
                        <a:pt x="10030" y="2063"/>
                        <a:pt x="9990" y="2011"/>
                      </a:cubicBezTo>
                      <a:cubicBezTo>
                        <a:pt x="9951" y="1958"/>
                        <a:pt x="9910" y="1909"/>
                        <a:pt x="9897" y="1911"/>
                      </a:cubicBezTo>
                      <a:cubicBezTo>
                        <a:pt x="9849" y="1903"/>
                        <a:pt x="9801" y="1894"/>
                        <a:pt x="9754" y="1883"/>
                      </a:cubicBezTo>
                      <a:cubicBezTo>
                        <a:pt x="9706" y="1873"/>
                        <a:pt x="9659" y="1861"/>
                        <a:pt x="9612" y="1848"/>
                      </a:cubicBezTo>
                      <a:cubicBezTo>
                        <a:pt x="9623" y="1847"/>
                        <a:pt x="9701" y="1865"/>
                        <a:pt x="9767" y="1895"/>
                      </a:cubicBezTo>
                      <a:cubicBezTo>
                        <a:pt x="9834" y="1925"/>
                        <a:pt x="9889" y="1966"/>
                        <a:pt x="9857" y="2011"/>
                      </a:cubicBezTo>
                      <a:cubicBezTo>
                        <a:pt x="9831" y="2035"/>
                        <a:pt x="9805" y="2049"/>
                        <a:pt x="9776" y="2053"/>
                      </a:cubicBezTo>
                      <a:cubicBezTo>
                        <a:pt x="9747" y="2057"/>
                        <a:pt x="9716" y="2051"/>
                        <a:pt x="9683" y="2036"/>
                      </a:cubicBezTo>
                      <a:cubicBezTo>
                        <a:pt x="9742" y="2027"/>
                        <a:pt x="9747" y="2015"/>
                        <a:pt x="9739" y="2008"/>
                      </a:cubicBezTo>
                      <a:cubicBezTo>
                        <a:pt x="9731" y="2001"/>
                        <a:pt x="9711" y="1999"/>
                        <a:pt x="9719" y="2010"/>
                      </a:cubicBezTo>
                      <a:cubicBezTo>
                        <a:pt x="9663" y="2018"/>
                        <a:pt x="9619" y="1974"/>
                        <a:pt x="9582" y="1921"/>
                      </a:cubicBezTo>
                      <a:cubicBezTo>
                        <a:pt x="9545" y="1867"/>
                        <a:pt x="9515" y="1805"/>
                        <a:pt x="9487" y="1774"/>
                      </a:cubicBezTo>
                      <a:cubicBezTo>
                        <a:pt x="9540" y="1779"/>
                        <a:pt x="9592" y="1785"/>
                        <a:pt x="9644" y="1792"/>
                      </a:cubicBezTo>
                      <a:cubicBezTo>
                        <a:pt x="9697" y="1800"/>
                        <a:pt x="9749" y="1808"/>
                        <a:pt x="9800" y="1818"/>
                      </a:cubicBezTo>
                      <a:cubicBezTo>
                        <a:pt x="9747" y="1768"/>
                        <a:pt x="9686" y="1710"/>
                        <a:pt x="9615" y="1668"/>
                      </a:cubicBezTo>
                      <a:cubicBezTo>
                        <a:pt x="9544" y="1626"/>
                        <a:pt x="9463" y="1601"/>
                        <a:pt x="9368" y="1616"/>
                      </a:cubicBezTo>
                      <a:cubicBezTo>
                        <a:pt x="9510" y="1800"/>
                        <a:pt x="9155" y="1477"/>
                        <a:pt x="9126" y="1453"/>
                      </a:cubicBezTo>
                      <a:cubicBezTo>
                        <a:pt x="8953" y="1311"/>
                        <a:pt x="8750" y="1136"/>
                        <a:pt x="8522" y="1060"/>
                      </a:cubicBezTo>
                      <a:cubicBezTo>
                        <a:pt x="8278" y="978"/>
                        <a:pt x="8095" y="685"/>
                        <a:pt x="7914" y="514"/>
                      </a:cubicBezTo>
                      <a:cubicBezTo>
                        <a:pt x="7934" y="514"/>
                        <a:pt x="7876" y="500"/>
                        <a:pt x="7959" y="520"/>
                      </a:cubicBezTo>
                      <a:cubicBezTo>
                        <a:pt x="7982" y="525"/>
                        <a:pt x="7889" y="466"/>
                        <a:pt x="7866" y="440"/>
                      </a:cubicBezTo>
                      <a:cubicBezTo>
                        <a:pt x="7879" y="452"/>
                        <a:pt x="7894" y="464"/>
                        <a:pt x="7909" y="474"/>
                      </a:cubicBezTo>
                      <a:cubicBezTo>
                        <a:pt x="7925" y="484"/>
                        <a:pt x="7942" y="493"/>
                        <a:pt x="7960" y="500"/>
                      </a:cubicBezTo>
                      <a:cubicBezTo>
                        <a:pt x="7963" y="503"/>
                        <a:pt x="7939" y="476"/>
                        <a:pt x="7914" y="449"/>
                      </a:cubicBezTo>
                      <a:cubicBezTo>
                        <a:pt x="7890" y="423"/>
                        <a:pt x="7866" y="396"/>
                        <a:pt x="7869" y="398"/>
                      </a:cubicBezTo>
                      <a:cubicBezTo>
                        <a:pt x="7893" y="411"/>
                        <a:pt x="7904" y="416"/>
                        <a:pt x="7902" y="414"/>
                      </a:cubicBezTo>
                      <a:cubicBezTo>
                        <a:pt x="7900" y="411"/>
                        <a:pt x="7886" y="401"/>
                        <a:pt x="7860" y="383"/>
                      </a:cubicBezTo>
                      <a:cubicBezTo>
                        <a:pt x="7857" y="381"/>
                        <a:pt x="7896" y="405"/>
                        <a:pt x="7937" y="429"/>
                      </a:cubicBezTo>
                      <a:cubicBezTo>
                        <a:pt x="7978" y="453"/>
                        <a:pt x="8021" y="478"/>
                        <a:pt x="8027" y="478"/>
                      </a:cubicBezTo>
                      <a:cubicBezTo>
                        <a:pt x="8024" y="479"/>
                        <a:pt x="8011" y="470"/>
                        <a:pt x="7998" y="460"/>
                      </a:cubicBezTo>
                      <a:cubicBezTo>
                        <a:pt x="7984" y="449"/>
                        <a:pt x="7969" y="437"/>
                        <a:pt x="7961" y="432"/>
                      </a:cubicBezTo>
                      <a:cubicBezTo>
                        <a:pt x="7965" y="436"/>
                        <a:pt x="7970" y="439"/>
                        <a:pt x="7976" y="441"/>
                      </a:cubicBezTo>
                      <a:cubicBezTo>
                        <a:pt x="7981" y="443"/>
                        <a:pt x="7986" y="443"/>
                        <a:pt x="7992" y="442"/>
                      </a:cubicBezTo>
                      <a:cubicBezTo>
                        <a:pt x="7977" y="434"/>
                        <a:pt x="7976" y="432"/>
                        <a:pt x="7989" y="437"/>
                      </a:cubicBezTo>
                      <a:cubicBezTo>
                        <a:pt x="8002" y="442"/>
                        <a:pt x="8029" y="453"/>
                        <a:pt x="8069" y="471"/>
                      </a:cubicBezTo>
                      <a:cubicBezTo>
                        <a:pt x="7816" y="331"/>
                        <a:pt x="7808" y="323"/>
                        <a:pt x="7879" y="355"/>
                      </a:cubicBezTo>
                      <a:cubicBezTo>
                        <a:pt x="7949" y="387"/>
                        <a:pt x="8096" y="457"/>
                        <a:pt x="8154" y="474"/>
                      </a:cubicBezTo>
                      <a:cubicBezTo>
                        <a:pt x="8133" y="459"/>
                        <a:pt x="8124" y="452"/>
                        <a:pt x="8128" y="451"/>
                      </a:cubicBezTo>
                      <a:cubicBezTo>
                        <a:pt x="8132" y="450"/>
                        <a:pt x="8149" y="456"/>
                        <a:pt x="8179" y="468"/>
                      </a:cubicBezTo>
                      <a:cubicBezTo>
                        <a:pt x="7572" y="206"/>
                        <a:pt x="7525" y="194"/>
                        <a:pt x="7624" y="241"/>
                      </a:cubicBezTo>
                      <a:cubicBezTo>
                        <a:pt x="7723" y="289"/>
                        <a:pt x="7967" y="396"/>
                        <a:pt x="7943" y="372"/>
                      </a:cubicBezTo>
                      <a:cubicBezTo>
                        <a:pt x="7926" y="366"/>
                        <a:pt x="7910" y="359"/>
                        <a:pt x="7894" y="353"/>
                      </a:cubicBezTo>
                      <a:cubicBezTo>
                        <a:pt x="7877" y="347"/>
                        <a:pt x="7861" y="340"/>
                        <a:pt x="7844" y="334"/>
                      </a:cubicBezTo>
                      <a:cubicBezTo>
                        <a:pt x="7864" y="329"/>
                        <a:pt x="7960" y="367"/>
                        <a:pt x="7969" y="370"/>
                      </a:cubicBezTo>
                      <a:cubicBezTo>
                        <a:pt x="7987" y="376"/>
                        <a:pt x="7462" y="210"/>
                        <a:pt x="7832" y="319"/>
                      </a:cubicBezTo>
                      <a:cubicBezTo>
                        <a:pt x="7821" y="314"/>
                        <a:pt x="7809" y="310"/>
                        <a:pt x="7797" y="306"/>
                      </a:cubicBezTo>
                      <a:cubicBezTo>
                        <a:pt x="7785" y="302"/>
                        <a:pt x="7773" y="298"/>
                        <a:pt x="7761" y="295"/>
                      </a:cubicBezTo>
                      <a:cubicBezTo>
                        <a:pt x="7771" y="297"/>
                        <a:pt x="7780" y="299"/>
                        <a:pt x="7789" y="301"/>
                      </a:cubicBezTo>
                      <a:cubicBezTo>
                        <a:pt x="7799" y="304"/>
                        <a:pt x="7808" y="307"/>
                        <a:pt x="7817" y="311"/>
                      </a:cubicBezTo>
                      <a:cubicBezTo>
                        <a:pt x="7383" y="177"/>
                        <a:pt x="7384" y="175"/>
                        <a:pt x="7466" y="200"/>
                      </a:cubicBezTo>
                      <a:cubicBezTo>
                        <a:pt x="7549" y="224"/>
                        <a:pt x="7715" y="275"/>
                        <a:pt x="7613" y="248"/>
                      </a:cubicBezTo>
                      <a:cubicBezTo>
                        <a:pt x="7627" y="251"/>
                        <a:pt x="7634" y="253"/>
                        <a:pt x="7634" y="253"/>
                      </a:cubicBezTo>
                      <a:cubicBezTo>
                        <a:pt x="7635" y="253"/>
                        <a:pt x="7628" y="252"/>
                        <a:pt x="7615" y="248"/>
                      </a:cubicBezTo>
                      <a:cubicBezTo>
                        <a:pt x="7665" y="260"/>
                        <a:pt x="7717" y="269"/>
                        <a:pt x="7768" y="280"/>
                      </a:cubicBezTo>
                      <a:cubicBezTo>
                        <a:pt x="7819" y="290"/>
                        <a:pt x="7870" y="300"/>
                        <a:pt x="7920" y="312"/>
                      </a:cubicBezTo>
                      <a:cubicBezTo>
                        <a:pt x="7863" y="298"/>
                        <a:pt x="7842" y="292"/>
                        <a:pt x="7823" y="288"/>
                      </a:cubicBezTo>
                      <a:cubicBezTo>
                        <a:pt x="7804" y="284"/>
                        <a:pt x="7789" y="281"/>
                        <a:pt x="7744" y="272"/>
                      </a:cubicBezTo>
                      <a:cubicBezTo>
                        <a:pt x="7836" y="288"/>
                        <a:pt x="7863" y="293"/>
                        <a:pt x="7875" y="296"/>
                      </a:cubicBezTo>
                      <a:cubicBezTo>
                        <a:pt x="7887" y="299"/>
                        <a:pt x="7886" y="300"/>
                        <a:pt x="7922" y="307"/>
                      </a:cubicBezTo>
                      <a:cubicBezTo>
                        <a:pt x="7913" y="306"/>
                        <a:pt x="7905" y="302"/>
                        <a:pt x="7896" y="299"/>
                      </a:cubicBezTo>
                      <a:cubicBezTo>
                        <a:pt x="7888" y="297"/>
                        <a:pt x="7879" y="294"/>
                        <a:pt x="7867" y="294"/>
                      </a:cubicBezTo>
                      <a:cubicBezTo>
                        <a:pt x="7867" y="293"/>
                        <a:pt x="7894" y="297"/>
                        <a:pt x="7911" y="302"/>
                      </a:cubicBezTo>
                      <a:lnTo>
                        <a:pt x="7909" y="302"/>
                      </a:lnTo>
                      <a:cubicBezTo>
                        <a:pt x="7903" y="307"/>
                        <a:pt x="7771" y="389"/>
                        <a:pt x="7804" y="409"/>
                      </a:cubicBezTo>
                      <a:cubicBezTo>
                        <a:pt x="7878" y="455"/>
                        <a:pt x="8020" y="319"/>
                        <a:pt x="8128" y="340"/>
                      </a:cubicBezTo>
                      <a:cubicBezTo>
                        <a:pt x="8123" y="342"/>
                        <a:pt x="8112" y="346"/>
                        <a:pt x="8100" y="350"/>
                      </a:cubicBezTo>
                      <a:cubicBezTo>
                        <a:pt x="8088" y="353"/>
                        <a:pt x="8074" y="357"/>
                        <a:pt x="8064" y="356"/>
                      </a:cubicBezTo>
                      <a:cubicBezTo>
                        <a:pt x="8096" y="364"/>
                        <a:pt x="8125" y="376"/>
                        <a:pt x="8155" y="389"/>
                      </a:cubicBezTo>
                      <a:cubicBezTo>
                        <a:pt x="8184" y="401"/>
                        <a:pt x="8214" y="413"/>
                        <a:pt x="8246" y="421"/>
                      </a:cubicBezTo>
                      <a:cubicBezTo>
                        <a:pt x="8130" y="393"/>
                        <a:pt x="8146" y="403"/>
                        <a:pt x="8175" y="407"/>
                      </a:cubicBezTo>
                      <a:cubicBezTo>
                        <a:pt x="8203" y="411"/>
                        <a:pt x="8244" y="408"/>
                        <a:pt x="8178" y="352"/>
                      </a:cubicBezTo>
                      <a:cubicBezTo>
                        <a:pt x="8227" y="361"/>
                        <a:pt x="8275" y="372"/>
                        <a:pt x="8322" y="385"/>
                      </a:cubicBezTo>
                      <a:cubicBezTo>
                        <a:pt x="8370" y="397"/>
                        <a:pt x="8417" y="411"/>
                        <a:pt x="8464" y="426"/>
                      </a:cubicBezTo>
                      <a:cubicBezTo>
                        <a:pt x="8151" y="348"/>
                        <a:pt x="8173" y="347"/>
                        <a:pt x="8245" y="359"/>
                      </a:cubicBezTo>
                      <a:cubicBezTo>
                        <a:pt x="8317" y="372"/>
                        <a:pt x="8440" y="398"/>
                        <a:pt x="8328" y="374"/>
                      </a:cubicBezTo>
                      <a:cubicBezTo>
                        <a:pt x="8375" y="380"/>
                        <a:pt x="8393" y="381"/>
                        <a:pt x="8383" y="378"/>
                      </a:cubicBezTo>
                      <a:cubicBezTo>
                        <a:pt x="8374" y="374"/>
                        <a:pt x="8336" y="366"/>
                        <a:pt x="8271" y="353"/>
                      </a:cubicBezTo>
                      <a:cubicBezTo>
                        <a:pt x="8368" y="324"/>
                        <a:pt x="8454" y="338"/>
                        <a:pt x="8536" y="364"/>
                      </a:cubicBezTo>
                      <a:cubicBezTo>
                        <a:pt x="8619" y="390"/>
                        <a:pt x="8699" y="429"/>
                        <a:pt x="8786" y="451"/>
                      </a:cubicBezTo>
                      <a:cubicBezTo>
                        <a:pt x="8812" y="440"/>
                        <a:pt x="8788" y="444"/>
                        <a:pt x="8758" y="449"/>
                      </a:cubicBezTo>
                      <a:cubicBezTo>
                        <a:pt x="8728" y="455"/>
                        <a:pt x="8692" y="462"/>
                        <a:pt x="8695" y="455"/>
                      </a:cubicBezTo>
                      <a:cubicBezTo>
                        <a:pt x="8720" y="463"/>
                        <a:pt x="8745" y="470"/>
                        <a:pt x="8770" y="476"/>
                      </a:cubicBezTo>
                      <a:cubicBezTo>
                        <a:pt x="8796" y="483"/>
                        <a:pt x="8821" y="488"/>
                        <a:pt x="8847" y="493"/>
                      </a:cubicBezTo>
                      <a:cubicBezTo>
                        <a:pt x="8837" y="490"/>
                        <a:pt x="8824" y="487"/>
                        <a:pt x="8811" y="482"/>
                      </a:cubicBezTo>
                      <a:cubicBezTo>
                        <a:pt x="8798" y="477"/>
                        <a:pt x="8787" y="471"/>
                        <a:pt x="8782" y="464"/>
                      </a:cubicBezTo>
                      <a:cubicBezTo>
                        <a:pt x="8879" y="466"/>
                        <a:pt x="8974" y="492"/>
                        <a:pt x="9066" y="524"/>
                      </a:cubicBezTo>
                      <a:cubicBezTo>
                        <a:pt x="9158" y="557"/>
                        <a:pt x="9247" y="597"/>
                        <a:pt x="9334" y="628"/>
                      </a:cubicBezTo>
                      <a:cubicBezTo>
                        <a:pt x="9315" y="616"/>
                        <a:pt x="9300" y="611"/>
                        <a:pt x="9288" y="612"/>
                      </a:cubicBezTo>
                      <a:cubicBezTo>
                        <a:pt x="9275" y="612"/>
                        <a:pt x="9266" y="620"/>
                        <a:pt x="9261" y="633"/>
                      </a:cubicBezTo>
                      <a:cubicBezTo>
                        <a:pt x="9329" y="660"/>
                        <a:pt x="9414" y="672"/>
                        <a:pt x="9502" y="684"/>
                      </a:cubicBezTo>
                      <a:cubicBezTo>
                        <a:pt x="9590" y="695"/>
                        <a:pt x="9681" y="706"/>
                        <a:pt x="9762" y="732"/>
                      </a:cubicBezTo>
                      <a:cubicBezTo>
                        <a:pt x="9621" y="802"/>
                        <a:pt x="9755" y="805"/>
                        <a:pt x="9892" y="809"/>
                      </a:cubicBezTo>
                      <a:cubicBezTo>
                        <a:pt x="10029" y="812"/>
                        <a:pt x="10169" y="817"/>
                        <a:pt x="10038" y="889"/>
                      </a:cubicBezTo>
                      <a:cubicBezTo>
                        <a:pt x="10084" y="898"/>
                        <a:pt x="10234" y="927"/>
                        <a:pt x="10322" y="949"/>
                      </a:cubicBezTo>
                      <a:cubicBezTo>
                        <a:pt x="10409" y="971"/>
                        <a:pt x="10434" y="987"/>
                        <a:pt x="10227" y="967"/>
                      </a:cubicBezTo>
                      <a:cubicBezTo>
                        <a:pt x="10246" y="975"/>
                        <a:pt x="10310" y="996"/>
                        <a:pt x="10362" y="1012"/>
                      </a:cubicBezTo>
                      <a:cubicBezTo>
                        <a:pt x="10414" y="1028"/>
                        <a:pt x="10453" y="1041"/>
                        <a:pt x="10421" y="1033"/>
                      </a:cubicBezTo>
                      <a:cubicBezTo>
                        <a:pt x="10444" y="1038"/>
                        <a:pt x="10481" y="1045"/>
                        <a:pt x="10511" y="1056"/>
                      </a:cubicBezTo>
                      <a:cubicBezTo>
                        <a:pt x="10541" y="1068"/>
                        <a:pt x="10564" y="1084"/>
                        <a:pt x="10560" y="1109"/>
                      </a:cubicBezTo>
                      <a:cubicBezTo>
                        <a:pt x="10527" y="1107"/>
                        <a:pt x="10493" y="1104"/>
                        <a:pt x="10460" y="1099"/>
                      </a:cubicBezTo>
                      <a:cubicBezTo>
                        <a:pt x="10427" y="1094"/>
                        <a:pt x="10395" y="1088"/>
                        <a:pt x="10362" y="1081"/>
                      </a:cubicBezTo>
                      <a:cubicBezTo>
                        <a:pt x="10362" y="1081"/>
                        <a:pt x="10451" y="1152"/>
                        <a:pt x="10525" y="1203"/>
                      </a:cubicBezTo>
                      <a:cubicBezTo>
                        <a:pt x="10600" y="1255"/>
                        <a:pt x="10659" y="1287"/>
                        <a:pt x="10601" y="1207"/>
                      </a:cubicBezTo>
                      <a:cubicBezTo>
                        <a:pt x="10690" y="1248"/>
                        <a:pt x="10827" y="1265"/>
                        <a:pt x="10959" y="1290"/>
                      </a:cubicBezTo>
                      <a:cubicBezTo>
                        <a:pt x="11092" y="1316"/>
                        <a:pt x="11218" y="1350"/>
                        <a:pt x="11286" y="1426"/>
                      </a:cubicBezTo>
                      <a:cubicBezTo>
                        <a:pt x="11182" y="1434"/>
                        <a:pt x="11078" y="1394"/>
                        <a:pt x="10973" y="1360"/>
                      </a:cubicBezTo>
                      <a:cubicBezTo>
                        <a:pt x="10868" y="1327"/>
                        <a:pt x="10763" y="1300"/>
                        <a:pt x="10657" y="1337"/>
                      </a:cubicBezTo>
                      <a:cubicBezTo>
                        <a:pt x="10711" y="1366"/>
                        <a:pt x="10755" y="1365"/>
                        <a:pt x="10800" y="1363"/>
                      </a:cubicBezTo>
                      <a:cubicBezTo>
                        <a:pt x="10845" y="1361"/>
                        <a:pt x="10891" y="1359"/>
                        <a:pt x="10951" y="1387"/>
                      </a:cubicBezTo>
                      <a:cubicBezTo>
                        <a:pt x="10946" y="1409"/>
                        <a:pt x="10935" y="1423"/>
                        <a:pt x="10917" y="1429"/>
                      </a:cubicBezTo>
                      <a:cubicBezTo>
                        <a:pt x="10899" y="1435"/>
                        <a:pt x="10874" y="1434"/>
                        <a:pt x="10842" y="1425"/>
                      </a:cubicBezTo>
                      <a:cubicBezTo>
                        <a:pt x="10953" y="1487"/>
                        <a:pt x="11050" y="1472"/>
                        <a:pt x="11143" y="1466"/>
                      </a:cubicBezTo>
                      <a:cubicBezTo>
                        <a:pt x="11237" y="1461"/>
                        <a:pt x="11327" y="1465"/>
                        <a:pt x="11423" y="1565"/>
                      </a:cubicBezTo>
                      <a:cubicBezTo>
                        <a:pt x="11425" y="1566"/>
                        <a:pt x="11370" y="1509"/>
                        <a:pt x="11342" y="1480"/>
                      </a:cubicBezTo>
                      <a:cubicBezTo>
                        <a:pt x="11314" y="1451"/>
                        <a:pt x="11313" y="1451"/>
                        <a:pt x="11423" y="1565"/>
                      </a:cubicBezTo>
                      <a:close/>
                      <a:moveTo>
                        <a:pt x="19710" y="5526"/>
                      </a:moveTo>
                      <a:cubicBezTo>
                        <a:pt x="19645" y="5434"/>
                        <a:pt x="19579" y="5341"/>
                        <a:pt x="19513" y="5249"/>
                      </a:cubicBezTo>
                      <a:cubicBezTo>
                        <a:pt x="19448" y="5156"/>
                        <a:pt x="19382" y="5064"/>
                        <a:pt x="19316" y="4971"/>
                      </a:cubicBezTo>
                      <a:cubicBezTo>
                        <a:pt x="19323" y="5013"/>
                        <a:pt x="19303" y="4987"/>
                        <a:pt x="19293" y="4971"/>
                      </a:cubicBezTo>
                      <a:cubicBezTo>
                        <a:pt x="19282" y="4955"/>
                        <a:pt x="19281" y="4948"/>
                        <a:pt x="19326" y="5028"/>
                      </a:cubicBezTo>
                      <a:cubicBezTo>
                        <a:pt x="19317" y="5020"/>
                        <a:pt x="19309" y="5012"/>
                        <a:pt x="19302" y="5003"/>
                      </a:cubicBezTo>
                      <a:cubicBezTo>
                        <a:pt x="19294" y="4995"/>
                        <a:pt x="19287" y="4986"/>
                        <a:pt x="19281" y="4977"/>
                      </a:cubicBezTo>
                      <a:cubicBezTo>
                        <a:pt x="19311" y="5057"/>
                        <a:pt x="19370" y="5141"/>
                        <a:pt x="19424" y="5228"/>
                      </a:cubicBezTo>
                      <a:cubicBezTo>
                        <a:pt x="19477" y="5316"/>
                        <a:pt x="19526" y="5407"/>
                        <a:pt x="19536" y="5502"/>
                      </a:cubicBezTo>
                      <a:cubicBezTo>
                        <a:pt x="19381" y="5340"/>
                        <a:pt x="19381" y="5518"/>
                        <a:pt x="19225" y="5412"/>
                      </a:cubicBezTo>
                      <a:cubicBezTo>
                        <a:pt x="18994" y="5254"/>
                        <a:pt x="18960" y="5096"/>
                        <a:pt x="18791" y="4891"/>
                      </a:cubicBezTo>
                      <a:cubicBezTo>
                        <a:pt x="18790" y="4897"/>
                        <a:pt x="18681" y="5258"/>
                        <a:pt x="18642" y="5408"/>
                      </a:cubicBezTo>
                      <a:cubicBezTo>
                        <a:pt x="18631" y="5450"/>
                        <a:pt x="18577" y="5816"/>
                        <a:pt x="18492" y="5786"/>
                      </a:cubicBezTo>
                      <a:cubicBezTo>
                        <a:pt x="18505" y="5791"/>
                        <a:pt x="18245" y="5839"/>
                        <a:pt x="18241" y="5865"/>
                      </a:cubicBezTo>
                      <a:cubicBezTo>
                        <a:pt x="18185" y="6181"/>
                        <a:pt x="18658" y="6675"/>
                        <a:pt x="18598" y="6992"/>
                      </a:cubicBezTo>
                      <a:cubicBezTo>
                        <a:pt x="18549" y="7246"/>
                        <a:pt x="18602" y="7536"/>
                        <a:pt x="18610" y="7792"/>
                      </a:cubicBezTo>
                      <a:cubicBezTo>
                        <a:pt x="18625" y="8289"/>
                        <a:pt x="18793" y="8745"/>
                        <a:pt x="18906" y="9168"/>
                      </a:cubicBezTo>
                      <a:cubicBezTo>
                        <a:pt x="19078" y="9811"/>
                        <a:pt x="19240" y="10130"/>
                        <a:pt x="19675" y="10622"/>
                      </a:cubicBezTo>
                      <a:cubicBezTo>
                        <a:pt x="19846" y="10815"/>
                        <a:pt x="20183" y="11206"/>
                        <a:pt x="20463" y="10969"/>
                      </a:cubicBezTo>
                      <a:cubicBezTo>
                        <a:pt x="20642" y="10819"/>
                        <a:pt x="20848" y="10631"/>
                        <a:pt x="20920" y="10419"/>
                      </a:cubicBezTo>
                      <a:cubicBezTo>
                        <a:pt x="20954" y="10318"/>
                        <a:pt x="20952" y="10165"/>
                        <a:pt x="20995" y="10305"/>
                      </a:cubicBezTo>
                      <a:cubicBezTo>
                        <a:pt x="21001" y="10256"/>
                        <a:pt x="21012" y="10208"/>
                        <a:pt x="21027" y="10161"/>
                      </a:cubicBezTo>
                      <a:cubicBezTo>
                        <a:pt x="21042" y="10113"/>
                        <a:pt x="21061" y="10067"/>
                        <a:pt x="21084" y="10022"/>
                      </a:cubicBezTo>
                      <a:cubicBezTo>
                        <a:pt x="21080" y="10053"/>
                        <a:pt x="21081" y="10067"/>
                        <a:pt x="21089" y="10063"/>
                      </a:cubicBezTo>
                      <a:cubicBezTo>
                        <a:pt x="21097" y="10060"/>
                        <a:pt x="21111" y="10039"/>
                        <a:pt x="21131" y="10000"/>
                      </a:cubicBezTo>
                      <a:cubicBezTo>
                        <a:pt x="21160" y="10042"/>
                        <a:pt x="21186" y="10085"/>
                        <a:pt x="21208" y="10130"/>
                      </a:cubicBezTo>
                      <a:cubicBezTo>
                        <a:pt x="21229" y="10175"/>
                        <a:pt x="21247" y="10222"/>
                        <a:pt x="21260" y="10269"/>
                      </a:cubicBezTo>
                      <a:cubicBezTo>
                        <a:pt x="21332" y="10111"/>
                        <a:pt x="21341" y="10090"/>
                        <a:pt x="21337" y="10089"/>
                      </a:cubicBezTo>
                      <a:cubicBezTo>
                        <a:pt x="21334" y="10088"/>
                        <a:pt x="21317" y="10107"/>
                        <a:pt x="21337" y="10029"/>
                      </a:cubicBezTo>
                      <a:cubicBezTo>
                        <a:pt x="21334" y="10049"/>
                        <a:pt x="21336" y="10062"/>
                        <a:pt x="21341" y="10067"/>
                      </a:cubicBezTo>
                      <a:cubicBezTo>
                        <a:pt x="21346" y="10072"/>
                        <a:pt x="21355" y="10069"/>
                        <a:pt x="21367" y="10058"/>
                      </a:cubicBezTo>
                      <a:cubicBezTo>
                        <a:pt x="21406" y="10311"/>
                        <a:pt x="21443" y="10564"/>
                        <a:pt x="21471" y="10819"/>
                      </a:cubicBezTo>
                      <a:cubicBezTo>
                        <a:pt x="21499" y="11073"/>
                        <a:pt x="21523" y="11328"/>
                        <a:pt x="21536" y="11583"/>
                      </a:cubicBezTo>
                      <a:cubicBezTo>
                        <a:pt x="21600" y="10528"/>
                        <a:pt x="21479" y="9461"/>
                        <a:pt x="21174" y="8434"/>
                      </a:cubicBezTo>
                      <a:cubicBezTo>
                        <a:pt x="20869" y="7405"/>
                        <a:pt x="20379" y="6418"/>
                        <a:pt x="19710" y="5526"/>
                      </a:cubicBezTo>
                      <a:cubicBezTo>
                        <a:pt x="19711" y="5407"/>
                        <a:pt x="20114" y="5864"/>
                        <a:pt x="20225" y="6112"/>
                      </a:cubicBezTo>
                      <a:cubicBezTo>
                        <a:pt x="20335" y="6359"/>
                        <a:pt x="20291" y="6308"/>
                        <a:pt x="19710" y="5526"/>
                      </a:cubicBezTo>
                      <a:close/>
                      <a:moveTo>
                        <a:pt x="6320" y="2107"/>
                      </a:moveTo>
                      <a:cubicBezTo>
                        <a:pt x="6338" y="2059"/>
                        <a:pt x="6303" y="2031"/>
                        <a:pt x="6261" y="2015"/>
                      </a:cubicBezTo>
                      <a:cubicBezTo>
                        <a:pt x="6218" y="1999"/>
                        <a:pt x="6168" y="1994"/>
                        <a:pt x="6156" y="1993"/>
                      </a:cubicBezTo>
                      <a:cubicBezTo>
                        <a:pt x="6155" y="1948"/>
                        <a:pt x="6160" y="1903"/>
                        <a:pt x="6169" y="1859"/>
                      </a:cubicBezTo>
                      <a:cubicBezTo>
                        <a:pt x="6179" y="1815"/>
                        <a:pt x="6193" y="1772"/>
                        <a:pt x="6213" y="1730"/>
                      </a:cubicBezTo>
                      <a:cubicBezTo>
                        <a:pt x="6168" y="1726"/>
                        <a:pt x="6125" y="1729"/>
                        <a:pt x="6085" y="1740"/>
                      </a:cubicBezTo>
                      <a:cubicBezTo>
                        <a:pt x="6046" y="1752"/>
                        <a:pt x="6009" y="1771"/>
                        <a:pt x="5974" y="1799"/>
                      </a:cubicBezTo>
                      <a:cubicBezTo>
                        <a:pt x="6004" y="1776"/>
                        <a:pt x="6027" y="1740"/>
                        <a:pt x="6049" y="1703"/>
                      </a:cubicBezTo>
                      <a:cubicBezTo>
                        <a:pt x="6070" y="1666"/>
                        <a:pt x="6091" y="1627"/>
                        <a:pt x="6114" y="1598"/>
                      </a:cubicBezTo>
                      <a:cubicBezTo>
                        <a:pt x="6083" y="1607"/>
                        <a:pt x="6069" y="1602"/>
                        <a:pt x="6054" y="1604"/>
                      </a:cubicBezTo>
                      <a:cubicBezTo>
                        <a:pt x="6039" y="1606"/>
                        <a:pt x="6024" y="1616"/>
                        <a:pt x="5990" y="1655"/>
                      </a:cubicBezTo>
                      <a:cubicBezTo>
                        <a:pt x="5980" y="1638"/>
                        <a:pt x="5975" y="1623"/>
                        <a:pt x="5975" y="1605"/>
                      </a:cubicBezTo>
                      <a:cubicBezTo>
                        <a:pt x="5975" y="1588"/>
                        <a:pt x="5979" y="1572"/>
                        <a:pt x="5988" y="1555"/>
                      </a:cubicBezTo>
                      <a:cubicBezTo>
                        <a:pt x="5953" y="1575"/>
                        <a:pt x="5921" y="1597"/>
                        <a:pt x="5892" y="1622"/>
                      </a:cubicBezTo>
                      <a:cubicBezTo>
                        <a:pt x="5863" y="1648"/>
                        <a:pt x="5837" y="1676"/>
                        <a:pt x="5814" y="1706"/>
                      </a:cubicBezTo>
                      <a:cubicBezTo>
                        <a:pt x="5791" y="1668"/>
                        <a:pt x="5788" y="1632"/>
                        <a:pt x="5807" y="1598"/>
                      </a:cubicBezTo>
                      <a:cubicBezTo>
                        <a:pt x="5826" y="1565"/>
                        <a:pt x="5866" y="1534"/>
                        <a:pt x="5928" y="1505"/>
                      </a:cubicBezTo>
                      <a:cubicBezTo>
                        <a:pt x="5826" y="1501"/>
                        <a:pt x="5729" y="1570"/>
                        <a:pt x="5633" y="1636"/>
                      </a:cubicBezTo>
                      <a:cubicBezTo>
                        <a:pt x="5537" y="1702"/>
                        <a:pt x="5443" y="1765"/>
                        <a:pt x="5347" y="1751"/>
                      </a:cubicBezTo>
                      <a:cubicBezTo>
                        <a:pt x="5361" y="1760"/>
                        <a:pt x="5374" y="1763"/>
                        <a:pt x="5390" y="1762"/>
                      </a:cubicBezTo>
                      <a:cubicBezTo>
                        <a:pt x="5405" y="1762"/>
                        <a:pt x="5420" y="1755"/>
                        <a:pt x="5437" y="1743"/>
                      </a:cubicBezTo>
                      <a:cubicBezTo>
                        <a:pt x="5423" y="1752"/>
                        <a:pt x="5409" y="1761"/>
                        <a:pt x="5395" y="1770"/>
                      </a:cubicBezTo>
                      <a:cubicBezTo>
                        <a:pt x="5381" y="1779"/>
                        <a:pt x="5367" y="1789"/>
                        <a:pt x="5354" y="1798"/>
                      </a:cubicBezTo>
                      <a:cubicBezTo>
                        <a:pt x="5393" y="1796"/>
                        <a:pt x="5432" y="1794"/>
                        <a:pt x="5471" y="1791"/>
                      </a:cubicBezTo>
                      <a:cubicBezTo>
                        <a:pt x="5510" y="1789"/>
                        <a:pt x="5549" y="1786"/>
                        <a:pt x="5588" y="1783"/>
                      </a:cubicBezTo>
                      <a:cubicBezTo>
                        <a:pt x="5554" y="1819"/>
                        <a:pt x="5508" y="1820"/>
                        <a:pt x="5458" y="1824"/>
                      </a:cubicBezTo>
                      <a:cubicBezTo>
                        <a:pt x="5408" y="1828"/>
                        <a:pt x="5355" y="1834"/>
                        <a:pt x="5307" y="1880"/>
                      </a:cubicBezTo>
                      <a:cubicBezTo>
                        <a:pt x="5326" y="1882"/>
                        <a:pt x="5425" y="1886"/>
                        <a:pt x="5515" y="1895"/>
                      </a:cubicBezTo>
                      <a:cubicBezTo>
                        <a:pt x="5604" y="1903"/>
                        <a:pt x="5685" y="1916"/>
                        <a:pt x="5669" y="1938"/>
                      </a:cubicBezTo>
                      <a:cubicBezTo>
                        <a:pt x="5451" y="1915"/>
                        <a:pt x="5387" y="1940"/>
                        <a:pt x="5356" y="1996"/>
                      </a:cubicBezTo>
                      <a:cubicBezTo>
                        <a:pt x="5325" y="2052"/>
                        <a:pt x="5326" y="2139"/>
                        <a:pt x="5239" y="2240"/>
                      </a:cubicBezTo>
                      <a:cubicBezTo>
                        <a:pt x="5357" y="2231"/>
                        <a:pt x="5473" y="2195"/>
                        <a:pt x="5589" y="2162"/>
                      </a:cubicBezTo>
                      <a:cubicBezTo>
                        <a:pt x="5705" y="2130"/>
                        <a:pt x="5822" y="2101"/>
                        <a:pt x="5942" y="2109"/>
                      </a:cubicBezTo>
                      <a:cubicBezTo>
                        <a:pt x="5887" y="2187"/>
                        <a:pt x="5935" y="2241"/>
                        <a:pt x="6005" y="2260"/>
                      </a:cubicBezTo>
                      <a:cubicBezTo>
                        <a:pt x="6075" y="2278"/>
                        <a:pt x="6166" y="2262"/>
                        <a:pt x="6198" y="2200"/>
                      </a:cubicBezTo>
                      <a:cubicBezTo>
                        <a:pt x="6193" y="2199"/>
                        <a:pt x="6170" y="2186"/>
                        <a:pt x="6147" y="2172"/>
                      </a:cubicBezTo>
                      <a:cubicBezTo>
                        <a:pt x="6123" y="2158"/>
                        <a:pt x="6099" y="2144"/>
                        <a:pt x="6092" y="2140"/>
                      </a:cubicBezTo>
                      <a:cubicBezTo>
                        <a:pt x="6111" y="2112"/>
                        <a:pt x="6135" y="2128"/>
                        <a:pt x="6159" y="2142"/>
                      </a:cubicBezTo>
                      <a:cubicBezTo>
                        <a:pt x="6183" y="2157"/>
                        <a:pt x="6206" y="2171"/>
                        <a:pt x="6223" y="2141"/>
                      </a:cubicBezTo>
                      <a:cubicBezTo>
                        <a:pt x="6206" y="2141"/>
                        <a:pt x="6197" y="2140"/>
                        <a:pt x="6194" y="2137"/>
                      </a:cubicBezTo>
                      <a:cubicBezTo>
                        <a:pt x="6192" y="2133"/>
                        <a:pt x="6196" y="2127"/>
                        <a:pt x="6203" y="2114"/>
                      </a:cubicBezTo>
                      <a:cubicBezTo>
                        <a:pt x="6235" y="2113"/>
                        <a:pt x="6259" y="2113"/>
                        <a:pt x="6278" y="2113"/>
                      </a:cubicBezTo>
                      <a:cubicBezTo>
                        <a:pt x="6296" y="2113"/>
                        <a:pt x="6310" y="2111"/>
                        <a:pt x="6320" y="2107"/>
                      </a:cubicBezTo>
                      <a:cubicBezTo>
                        <a:pt x="6310" y="2135"/>
                        <a:pt x="6306" y="2137"/>
                        <a:pt x="6306" y="2131"/>
                      </a:cubicBezTo>
                      <a:cubicBezTo>
                        <a:pt x="6307" y="2124"/>
                        <a:pt x="6312" y="2110"/>
                        <a:pt x="6320" y="2107"/>
                      </a:cubicBezTo>
                      <a:close/>
                      <a:moveTo>
                        <a:pt x="6541" y="1043"/>
                      </a:moveTo>
                      <a:cubicBezTo>
                        <a:pt x="6428" y="1122"/>
                        <a:pt x="6349" y="1118"/>
                        <a:pt x="6280" y="1115"/>
                      </a:cubicBezTo>
                      <a:cubicBezTo>
                        <a:pt x="6210" y="1111"/>
                        <a:pt x="6150" y="1106"/>
                        <a:pt x="6073" y="1183"/>
                      </a:cubicBezTo>
                      <a:cubicBezTo>
                        <a:pt x="6122" y="1190"/>
                        <a:pt x="6118" y="1194"/>
                        <a:pt x="6095" y="1201"/>
                      </a:cubicBezTo>
                      <a:cubicBezTo>
                        <a:pt x="6072" y="1208"/>
                        <a:pt x="6031" y="1219"/>
                        <a:pt x="6007" y="1239"/>
                      </a:cubicBezTo>
                      <a:cubicBezTo>
                        <a:pt x="6054" y="1244"/>
                        <a:pt x="6047" y="1236"/>
                        <a:pt x="6042" y="1230"/>
                      </a:cubicBezTo>
                      <a:cubicBezTo>
                        <a:pt x="6038" y="1223"/>
                        <a:pt x="6035" y="1217"/>
                        <a:pt x="6094" y="1226"/>
                      </a:cubicBezTo>
                      <a:cubicBezTo>
                        <a:pt x="6024" y="1278"/>
                        <a:pt x="6051" y="1266"/>
                        <a:pt x="6094" y="1241"/>
                      </a:cubicBezTo>
                      <a:cubicBezTo>
                        <a:pt x="6137" y="1215"/>
                        <a:pt x="6197" y="1176"/>
                        <a:pt x="6196" y="1174"/>
                      </a:cubicBezTo>
                      <a:cubicBezTo>
                        <a:pt x="6078" y="1288"/>
                        <a:pt x="6067" y="1293"/>
                        <a:pt x="6105" y="1271"/>
                      </a:cubicBezTo>
                      <a:cubicBezTo>
                        <a:pt x="6143" y="1250"/>
                        <a:pt x="6230" y="1202"/>
                        <a:pt x="6309" y="1211"/>
                      </a:cubicBezTo>
                      <a:cubicBezTo>
                        <a:pt x="6328" y="1193"/>
                        <a:pt x="6239" y="1239"/>
                        <a:pt x="6152" y="1286"/>
                      </a:cubicBezTo>
                      <a:cubicBezTo>
                        <a:pt x="6065" y="1333"/>
                        <a:pt x="5981" y="1380"/>
                        <a:pt x="6009" y="1366"/>
                      </a:cubicBezTo>
                      <a:cubicBezTo>
                        <a:pt x="6103" y="1375"/>
                        <a:pt x="6225" y="1343"/>
                        <a:pt x="6334" y="1294"/>
                      </a:cubicBezTo>
                      <a:cubicBezTo>
                        <a:pt x="6444" y="1245"/>
                        <a:pt x="6542" y="1179"/>
                        <a:pt x="6586" y="1119"/>
                      </a:cubicBezTo>
                      <a:cubicBezTo>
                        <a:pt x="6575" y="1110"/>
                        <a:pt x="6552" y="1129"/>
                        <a:pt x="6531" y="1152"/>
                      </a:cubicBezTo>
                      <a:cubicBezTo>
                        <a:pt x="6510" y="1174"/>
                        <a:pt x="6490" y="1200"/>
                        <a:pt x="6483" y="1204"/>
                      </a:cubicBezTo>
                      <a:cubicBezTo>
                        <a:pt x="6526" y="1145"/>
                        <a:pt x="6532" y="1139"/>
                        <a:pt x="6522" y="1148"/>
                      </a:cubicBezTo>
                      <a:cubicBezTo>
                        <a:pt x="6513" y="1157"/>
                        <a:pt x="6488" y="1181"/>
                        <a:pt x="6470" y="1181"/>
                      </a:cubicBezTo>
                      <a:cubicBezTo>
                        <a:pt x="6538" y="1104"/>
                        <a:pt x="6489" y="1079"/>
                        <a:pt x="6541" y="1043"/>
                      </a:cubicBezTo>
                      <a:lnTo>
                        <a:pt x="6541" y="1043"/>
                      </a:lnTo>
                      <a:close/>
                      <a:moveTo>
                        <a:pt x="7177" y="1396"/>
                      </a:moveTo>
                      <a:cubicBezTo>
                        <a:pt x="7198" y="1307"/>
                        <a:pt x="7556" y="1387"/>
                        <a:pt x="7615" y="1385"/>
                      </a:cubicBezTo>
                      <a:cubicBezTo>
                        <a:pt x="7890" y="1376"/>
                        <a:pt x="7491" y="1089"/>
                        <a:pt x="7234" y="1211"/>
                      </a:cubicBezTo>
                      <a:cubicBezTo>
                        <a:pt x="7299" y="1165"/>
                        <a:pt x="7265" y="1135"/>
                        <a:pt x="7214" y="1110"/>
                      </a:cubicBezTo>
                      <a:cubicBezTo>
                        <a:pt x="7163" y="1085"/>
                        <a:pt x="7096" y="1064"/>
                        <a:pt x="7096" y="1034"/>
                      </a:cubicBezTo>
                      <a:cubicBezTo>
                        <a:pt x="7102" y="1035"/>
                        <a:pt x="7125" y="1117"/>
                        <a:pt x="7145" y="1203"/>
                      </a:cubicBezTo>
                      <a:cubicBezTo>
                        <a:pt x="7165" y="1289"/>
                        <a:pt x="7182" y="1379"/>
                        <a:pt x="7177" y="1396"/>
                      </a:cubicBezTo>
                      <a:cubicBezTo>
                        <a:pt x="7170" y="1426"/>
                        <a:pt x="7173" y="1416"/>
                        <a:pt x="7176" y="1403"/>
                      </a:cubicBezTo>
                      <a:cubicBezTo>
                        <a:pt x="7180" y="1391"/>
                        <a:pt x="7183" y="1376"/>
                        <a:pt x="7177" y="1396"/>
                      </a:cubicBezTo>
                      <a:close/>
                      <a:moveTo>
                        <a:pt x="7394" y="688"/>
                      </a:moveTo>
                      <a:lnTo>
                        <a:pt x="7394" y="689"/>
                      </a:lnTo>
                      <a:lnTo>
                        <a:pt x="7394" y="688"/>
                      </a:lnTo>
                      <a:lnTo>
                        <a:pt x="7393" y="688"/>
                      </a:lnTo>
                      <a:lnTo>
                        <a:pt x="7394" y="688"/>
                      </a:lnTo>
                      <a:close/>
                      <a:moveTo>
                        <a:pt x="7396" y="875"/>
                      </a:moveTo>
                      <a:cubicBezTo>
                        <a:pt x="7396" y="872"/>
                        <a:pt x="7398" y="867"/>
                        <a:pt x="7399" y="865"/>
                      </a:cubicBezTo>
                      <a:cubicBezTo>
                        <a:pt x="7400" y="863"/>
                        <a:pt x="7400" y="865"/>
                        <a:pt x="7396" y="875"/>
                      </a:cubicBezTo>
                      <a:lnTo>
                        <a:pt x="7396" y="875"/>
                      </a:lnTo>
                      <a:close/>
                      <a:moveTo>
                        <a:pt x="7410" y="639"/>
                      </a:moveTo>
                      <a:cubicBezTo>
                        <a:pt x="7398" y="657"/>
                        <a:pt x="7399" y="658"/>
                        <a:pt x="7403" y="654"/>
                      </a:cubicBezTo>
                      <a:cubicBezTo>
                        <a:pt x="7407" y="651"/>
                        <a:pt x="7413" y="641"/>
                        <a:pt x="7410" y="639"/>
                      </a:cubicBezTo>
                      <a:cubicBezTo>
                        <a:pt x="7408" y="641"/>
                        <a:pt x="7408" y="642"/>
                        <a:pt x="7409" y="641"/>
                      </a:cubicBezTo>
                      <a:lnTo>
                        <a:pt x="7410" y="639"/>
                      </a:lnTo>
                      <a:close/>
                      <a:moveTo>
                        <a:pt x="7606" y="469"/>
                      </a:moveTo>
                      <a:cubicBezTo>
                        <a:pt x="7607" y="460"/>
                        <a:pt x="7605" y="460"/>
                        <a:pt x="7605" y="462"/>
                      </a:cubicBezTo>
                      <a:cubicBezTo>
                        <a:pt x="7604" y="464"/>
                        <a:pt x="7604" y="469"/>
                        <a:pt x="7606" y="469"/>
                      </a:cubicBezTo>
                      <a:lnTo>
                        <a:pt x="7606" y="468"/>
                      </a:lnTo>
                      <a:lnTo>
                        <a:pt x="7606" y="469"/>
                      </a:lnTo>
                      <a:close/>
                      <a:moveTo>
                        <a:pt x="7736" y="542"/>
                      </a:moveTo>
                      <a:lnTo>
                        <a:pt x="7736" y="542"/>
                      </a:lnTo>
                      <a:lnTo>
                        <a:pt x="7736" y="542"/>
                      </a:lnTo>
                      <a:close/>
                      <a:moveTo>
                        <a:pt x="7738" y="578"/>
                      </a:moveTo>
                      <a:cubicBezTo>
                        <a:pt x="7740" y="578"/>
                        <a:pt x="7736" y="576"/>
                        <a:pt x="7734" y="574"/>
                      </a:cubicBezTo>
                      <a:cubicBezTo>
                        <a:pt x="7732" y="573"/>
                        <a:pt x="7731" y="573"/>
                        <a:pt x="7738" y="578"/>
                      </a:cubicBezTo>
                      <a:lnTo>
                        <a:pt x="7737" y="577"/>
                      </a:lnTo>
                      <a:lnTo>
                        <a:pt x="7738" y="578"/>
                      </a:lnTo>
                      <a:close/>
                      <a:moveTo>
                        <a:pt x="7744" y="536"/>
                      </a:moveTo>
                      <a:cubicBezTo>
                        <a:pt x="7750" y="536"/>
                        <a:pt x="7752" y="536"/>
                        <a:pt x="7752" y="536"/>
                      </a:cubicBezTo>
                      <a:cubicBezTo>
                        <a:pt x="7752" y="536"/>
                        <a:pt x="7749" y="536"/>
                        <a:pt x="7744" y="536"/>
                      </a:cubicBezTo>
                      <a:lnTo>
                        <a:pt x="7744" y="536"/>
                      </a:lnTo>
                      <a:close/>
                      <a:moveTo>
                        <a:pt x="7837" y="463"/>
                      </a:moveTo>
                      <a:cubicBezTo>
                        <a:pt x="7826" y="457"/>
                        <a:pt x="7830" y="460"/>
                        <a:pt x="7834" y="464"/>
                      </a:cubicBezTo>
                      <a:cubicBezTo>
                        <a:pt x="7838" y="467"/>
                        <a:pt x="7844" y="470"/>
                        <a:pt x="7837" y="463"/>
                      </a:cubicBezTo>
                      <a:lnTo>
                        <a:pt x="7837" y="463"/>
                      </a:lnTo>
                      <a:lnTo>
                        <a:pt x="7837" y="463"/>
                      </a:lnTo>
                      <a:close/>
                      <a:moveTo>
                        <a:pt x="7363" y="753"/>
                      </a:moveTo>
                      <a:cubicBezTo>
                        <a:pt x="7356" y="737"/>
                        <a:pt x="7353" y="721"/>
                        <a:pt x="7354" y="704"/>
                      </a:cubicBezTo>
                      <a:cubicBezTo>
                        <a:pt x="7355" y="688"/>
                        <a:pt x="7361" y="671"/>
                        <a:pt x="7371" y="654"/>
                      </a:cubicBezTo>
                      <a:cubicBezTo>
                        <a:pt x="7367" y="666"/>
                        <a:pt x="7369" y="667"/>
                        <a:pt x="7373" y="663"/>
                      </a:cubicBezTo>
                      <a:cubicBezTo>
                        <a:pt x="7377" y="660"/>
                        <a:pt x="7383" y="652"/>
                        <a:pt x="7386" y="647"/>
                      </a:cubicBezTo>
                      <a:cubicBezTo>
                        <a:pt x="7361" y="645"/>
                        <a:pt x="7336" y="659"/>
                        <a:pt x="7335" y="656"/>
                      </a:cubicBezTo>
                      <a:cubicBezTo>
                        <a:pt x="7335" y="653"/>
                        <a:pt x="7359" y="633"/>
                        <a:pt x="7434" y="562"/>
                      </a:cubicBezTo>
                      <a:cubicBezTo>
                        <a:pt x="7429" y="570"/>
                        <a:pt x="7423" y="576"/>
                        <a:pt x="7416" y="578"/>
                      </a:cubicBezTo>
                      <a:cubicBezTo>
                        <a:pt x="7408" y="581"/>
                        <a:pt x="7401" y="581"/>
                        <a:pt x="7391" y="578"/>
                      </a:cubicBezTo>
                      <a:cubicBezTo>
                        <a:pt x="7394" y="574"/>
                        <a:pt x="7407" y="553"/>
                        <a:pt x="7420" y="533"/>
                      </a:cubicBezTo>
                      <a:cubicBezTo>
                        <a:pt x="7432" y="512"/>
                        <a:pt x="7445" y="493"/>
                        <a:pt x="7447" y="492"/>
                      </a:cubicBezTo>
                      <a:cubicBezTo>
                        <a:pt x="7447" y="493"/>
                        <a:pt x="7470" y="543"/>
                        <a:pt x="7492" y="594"/>
                      </a:cubicBezTo>
                      <a:cubicBezTo>
                        <a:pt x="7515" y="644"/>
                        <a:pt x="7538" y="695"/>
                        <a:pt x="7537" y="694"/>
                      </a:cubicBezTo>
                      <a:cubicBezTo>
                        <a:pt x="7571" y="582"/>
                        <a:pt x="7595" y="582"/>
                        <a:pt x="7616" y="611"/>
                      </a:cubicBezTo>
                      <a:cubicBezTo>
                        <a:pt x="7638" y="641"/>
                        <a:pt x="7656" y="702"/>
                        <a:pt x="7679" y="710"/>
                      </a:cubicBezTo>
                      <a:cubicBezTo>
                        <a:pt x="7673" y="670"/>
                        <a:pt x="7687" y="637"/>
                        <a:pt x="7701" y="605"/>
                      </a:cubicBezTo>
                      <a:cubicBezTo>
                        <a:pt x="7714" y="573"/>
                        <a:pt x="7727" y="542"/>
                        <a:pt x="7719" y="506"/>
                      </a:cubicBezTo>
                      <a:cubicBezTo>
                        <a:pt x="7664" y="546"/>
                        <a:pt x="7633" y="565"/>
                        <a:pt x="7601" y="574"/>
                      </a:cubicBezTo>
                      <a:cubicBezTo>
                        <a:pt x="7570" y="583"/>
                        <a:pt x="7539" y="583"/>
                        <a:pt x="7486" y="582"/>
                      </a:cubicBezTo>
                      <a:cubicBezTo>
                        <a:pt x="7493" y="570"/>
                        <a:pt x="7502" y="558"/>
                        <a:pt x="7511" y="547"/>
                      </a:cubicBezTo>
                      <a:cubicBezTo>
                        <a:pt x="7521" y="535"/>
                        <a:pt x="7531" y="525"/>
                        <a:pt x="7542" y="514"/>
                      </a:cubicBezTo>
                      <a:cubicBezTo>
                        <a:pt x="7531" y="518"/>
                        <a:pt x="7520" y="524"/>
                        <a:pt x="7510" y="531"/>
                      </a:cubicBezTo>
                      <a:cubicBezTo>
                        <a:pt x="7500" y="537"/>
                        <a:pt x="7492" y="545"/>
                        <a:pt x="7485" y="554"/>
                      </a:cubicBezTo>
                      <a:cubicBezTo>
                        <a:pt x="7504" y="493"/>
                        <a:pt x="7516" y="478"/>
                        <a:pt x="7530" y="479"/>
                      </a:cubicBezTo>
                      <a:cubicBezTo>
                        <a:pt x="7543" y="480"/>
                        <a:pt x="7558" y="497"/>
                        <a:pt x="7584" y="497"/>
                      </a:cubicBezTo>
                      <a:cubicBezTo>
                        <a:pt x="7591" y="456"/>
                        <a:pt x="7592" y="438"/>
                        <a:pt x="7593" y="425"/>
                      </a:cubicBezTo>
                      <a:cubicBezTo>
                        <a:pt x="7593" y="411"/>
                        <a:pt x="7593" y="400"/>
                        <a:pt x="7597" y="373"/>
                      </a:cubicBezTo>
                      <a:cubicBezTo>
                        <a:pt x="7606" y="384"/>
                        <a:pt x="7613" y="396"/>
                        <a:pt x="7618" y="409"/>
                      </a:cubicBezTo>
                      <a:cubicBezTo>
                        <a:pt x="7623" y="422"/>
                        <a:pt x="7627" y="435"/>
                        <a:pt x="7628" y="449"/>
                      </a:cubicBezTo>
                      <a:cubicBezTo>
                        <a:pt x="7628" y="447"/>
                        <a:pt x="7619" y="448"/>
                        <a:pt x="7615" y="440"/>
                      </a:cubicBezTo>
                      <a:cubicBezTo>
                        <a:pt x="7612" y="433"/>
                        <a:pt x="7612" y="417"/>
                        <a:pt x="7631" y="385"/>
                      </a:cubicBezTo>
                      <a:cubicBezTo>
                        <a:pt x="7652" y="461"/>
                        <a:pt x="7658" y="455"/>
                        <a:pt x="7658" y="431"/>
                      </a:cubicBezTo>
                      <a:cubicBezTo>
                        <a:pt x="7658" y="407"/>
                        <a:pt x="7652" y="364"/>
                        <a:pt x="7647" y="364"/>
                      </a:cubicBezTo>
                      <a:cubicBezTo>
                        <a:pt x="7656" y="399"/>
                        <a:pt x="7667" y="398"/>
                        <a:pt x="7672" y="381"/>
                      </a:cubicBezTo>
                      <a:cubicBezTo>
                        <a:pt x="7677" y="364"/>
                        <a:pt x="7676" y="332"/>
                        <a:pt x="7661" y="305"/>
                      </a:cubicBezTo>
                      <a:cubicBezTo>
                        <a:pt x="7717" y="348"/>
                        <a:pt x="7662" y="310"/>
                        <a:pt x="7630" y="291"/>
                      </a:cubicBezTo>
                      <a:cubicBezTo>
                        <a:pt x="7599" y="272"/>
                        <a:pt x="7591" y="272"/>
                        <a:pt x="7740" y="392"/>
                      </a:cubicBezTo>
                      <a:cubicBezTo>
                        <a:pt x="7732" y="383"/>
                        <a:pt x="7728" y="367"/>
                        <a:pt x="7723" y="351"/>
                      </a:cubicBezTo>
                      <a:cubicBezTo>
                        <a:pt x="7717" y="336"/>
                        <a:pt x="7709" y="321"/>
                        <a:pt x="7695" y="317"/>
                      </a:cubicBezTo>
                      <a:cubicBezTo>
                        <a:pt x="7738" y="347"/>
                        <a:pt x="7783" y="376"/>
                        <a:pt x="7817" y="404"/>
                      </a:cubicBezTo>
                      <a:cubicBezTo>
                        <a:pt x="7850" y="431"/>
                        <a:pt x="7872" y="458"/>
                        <a:pt x="7869" y="484"/>
                      </a:cubicBezTo>
                      <a:cubicBezTo>
                        <a:pt x="7870" y="471"/>
                        <a:pt x="7881" y="517"/>
                        <a:pt x="7883" y="573"/>
                      </a:cubicBezTo>
                      <a:cubicBezTo>
                        <a:pt x="7884" y="629"/>
                        <a:pt x="7876" y="695"/>
                        <a:pt x="7840" y="724"/>
                      </a:cubicBezTo>
                      <a:cubicBezTo>
                        <a:pt x="7833" y="713"/>
                        <a:pt x="7825" y="704"/>
                        <a:pt x="7815" y="699"/>
                      </a:cubicBezTo>
                      <a:cubicBezTo>
                        <a:pt x="7806" y="694"/>
                        <a:pt x="7795" y="692"/>
                        <a:pt x="7784" y="692"/>
                      </a:cubicBezTo>
                      <a:cubicBezTo>
                        <a:pt x="7787" y="698"/>
                        <a:pt x="7786" y="702"/>
                        <a:pt x="7783" y="704"/>
                      </a:cubicBezTo>
                      <a:cubicBezTo>
                        <a:pt x="7780" y="705"/>
                        <a:pt x="7774" y="705"/>
                        <a:pt x="7765" y="702"/>
                      </a:cubicBezTo>
                      <a:cubicBezTo>
                        <a:pt x="7778" y="706"/>
                        <a:pt x="7790" y="712"/>
                        <a:pt x="7799" y="720"/>
                      </a:cubicBezTo>
                      <a:cubicBezTo>
                        <a:pt x="7808" y="729"/>
                        <a:pt x="7815" y="738"/>
                        <a:pt x="7819" y="749"/>
                      </a:cubicBezTo>
                      <a:cubicBezTo>
                        <a:pt x="7820" y="749"/>
                        <a:pt x="7803" y="758"/>
                        <a:pt x="7785" y="765"/>
                      </a:cubicBezTo>
                      <a:cubicBezTo>
                        <a:pt x="7766" y="772"/>
                        <a:pt x="7748" y="777"/>
                        <a:pt x="7746" y="767"/>
                      </a:cubicBezTo>
                      <a:cubicBezTo>
                        <a:pt x="7859" y="767"/>
                        <a:pt x="7827" y="838"/>
                        <a:pt x="7791" y="908"/>
                      </a:cubicBezTo>
                      <a:cubicBezTo>
                        <a:pt x="7754" y="978"/>
                        <a:pt x="7714" y="1046"/>
                        <a:pt x="7812" y="1039"/>
                      </a:cubicBezTo>
                      <a:cubicBezTo>
                        <a:pt x="7805" y="1063"/>
                        <a:pt x="7793" y="1085"/>
                        <a:pt x="7777" y="1106"/>
                      </a:cubicBezTo>
                      <a:cubicBezTo>
                        <a:pt x="7761" y="1127"/>
                        <a:pt x="7742" y="1145"/>
                        <a:pt x="7719" y="1161"/>
                      </a:cubicBezTo>
                      <a:cubicBezTo>
                        <a:pt x="7721" y="1137"/>
                        <a:pt x="7717" y="1116"/>
                        <a:pt x="7706" y="1097"/>
                      </a:cubicBezTo>
                      <a:cubicBezTo>
                        <a:pt x="7696" y="1078"/>
                        <a:pt x="7680" y="1063"/>
                        <a:pt x="7658" y="1049"/>
                      </a:cubicBezTo>
                      <a:cubicBezTo>
                        <a:pt x="7663" y="1084"/>
                        <a:pt x="7645" y="1110"/>
                        <a:pt x="7626" y="1116"/>
                      </a:cubicBezTo>
                      <a:cubicBezTo>
                        <a:pt x="7606" y="1122"/>
                        <a:pt x="7586" y="1107"/>
                        <a:pt x="7586" y="1062"/>
                      </a:cubicBezTo>
                      <a:cubicBezTo>
                        <a:pt x="7562" y="1113"/>
                        <a:pt x="7534" y="1133"/>
                        <a:pt x="7497" y="1140"/>
                      </a:cubicBezTo>
                      <a:cubicBezTo>
                        <a:pt x="7459" y="1147"/>
                        <a:pt x="7413" y="1141"/>
                        <a:pt x="7353" y="1141"/>
                      </a:cubicBezTo>
                      <a:cubicBezTo>
                        <a:pt x="7474" y="1141"/>
                        <a:pt x="7454" y="1082"/>
                        <a:pt x="7446" y="1035"/>
                      </a:cubicBezTo>
                      <a:cubicBezTo>
                        <a:pt x="7437" y="989"/>
                        <a:pt x="7440" y="955"/>
                        <a:pt x="7604" y="1006"/>
                      </a:cubicBezTo>
                      <a:cubicBezTo>
                        <a:pt x="7604" y="954"/>
                        <a:pt x="7595" y="945"/>
                        <a:pt x="7587" y="933"/>
                      </a:cubicBezTo>
                      <a:cubicBezTo>
                        <a:pt x="7578" y="922"/>
                        <a:pt x="7571" y="909"/>
                        <a:pt x="7575" y="851"/>
                      </a:cubicBezTo>
                      <a:cubicBezTo>
                        <a:pt x="7592" y="851"/>
                        <a:pt x="7564" y="866"/>
                        <a:pt x="7533" y="881"/>
                      </a:cubicBezTo>
                      <a:cubicBezTo>
                        <a:pt x="7501" y="896"/>
                        <a:pt x="7465" y="911"/>
                        <a:pt x="7465" y="909"/>
                      </a:cubicBezTo>
                      <a:cubicBezTo>
                        <a:pt x="7474" y="864"/>
                        <a:pt x="7493" y="833"/>
                        <a:pt x="7523" y="819"/>
                      </a:cubicBezTo>
                      <a:cubicBezTo>
                        <a:pt x="7552" y="804"/>
                        <a:pt x="7591" y="805"/>
                        <a:pt x="7640" y="821"/>
                      </a:cubicBezTo>
                      <a:cubicBezTo>
                        <a:pt x="7640" y="804"/>
                        <a:pt x="7618" y="788"/>
                        <a:pt x="7599" y="769"/>
                      </a:cubicBezTo>
                      <a:cubicBezTo>
                        <a:pt x="7579" y="749"/>
                        <a:pt x="7561" y="728"/>
                        <a:pt x="7569" y="700"/>
                      </a:cubicBezTo>
                      <a:cubicBezTo>
                        <a:pt x="7567" y="721"/>
                        <a:pt x="7522" y="787"/>
                        <a:pt x="7468" y="841"/>
                      </a:cubicBezTo>
                      <a:cubicBezTo>
                        <a:pt x="7415" y="895"/>
                        <a:pt x="7352" y="936"/>
                        <a:pt x="7314" y="906"/>
                      </a:cubicBezTo>
                      <a:cubicBezTo>
                        <a:pt x="7346" y="779"/>
                        <a:pt x="7348" y="760"/>
                        <a:pt x="7347" y="763"/>
                      </a:cubicBezTo>
                      <a:cubicBezTo>
                        <a:pt x="7346" y="766"/>
                        <a:pt x="7342" y="792"/>
                        <a:pt x="7363" y="753"/>
                      </a:cubicBezTo>
                      <a:cubicBezTo>
                        <a:pt x="7352" y="784"/>
                        <a:pt x="7341" y="804"/>
                        <a:pt x="7338" y="806"/>
                      </a:cubicBezTo>
                      <a:cubicBezTo>
                        <a:pt x="7336" y="809"/>
                        <a:pt x="7341" y="793"/>
                        <a:pt x="7363" y="753"/>
                      </a:cubicBezTo>
                      <a:close/>
                      <a:moveTo>
                        <a:pt x="518" y="1769"/>
                      </a:moveTo>
                      <a:cubicBezTo>
                        <a:pt x="582" y="1736"/>
                        <a:pt x="643" y="1698"/>
                        <a:pt x="704" y="1659"/>
                      </a:cubicBezTo>
                      <a:cubicBezTo>
                        <a:pt x="764" y="1621"/>
                        <a:pt x="825" y="1582"/>
                        <a:pt x="888" y="1547"/>
                      </a:cubicBezTo>
                      <a:cubicBezTo>
                        <a:pt x="712" y="1631"/>
                        <a:pt x="784" y="1586"/>
                        <a:pt x="909" y="1516"/>
                      </a:cubicBezTo>
                      <a:cubicBezTo>
                        <a:pt x="1035" y="1446"/>
                        <a:pt x="1213" y="1351"/>
                        <a:pt x="1247" y="1334"/>
                      </a:cubicBezTo>
                      <a:cubicBezTo>
                        <a:pt x="1264" y="1320"/>
                        <a:pt x="1319" y="1300"/>
                        <a:pt x="1376" y="1282"/>
                      </a:cubicBezTo>
                      <a:cubicBezTo>
                        <a:pt x="1432" y="1263"/>
                        <a:pt x="1489" y="1246"/>
                        <a:pt x="1511" y="1237"/>
                      </a:cubicBezTo>
                      <a:cubicBezTo>
                        <a:pt x="1388" y="1347"/>
                        <a:pt x="1447" y="1341"/>
                        <a:pt x="1541" y="1302"/>
                      </a:cubicBezTo>
                      <a:cubicBezTo>
                        <a:pt x="1636" y="1264"/>
                        <a:pt x="1765" y="1193"/>
                        <a:pt x="1783" y="1174"/>
                      </a:cubicBezTo>
                      <a:cubicBezTo>
                        <a:pt x="1749" y="1211"/>
                        <a:pt x="1785" y="1140"/>
                        <a:pt x="1951" y="1070"/>
                      </a:cubicBezTo>
                      <a:cubicBezTo>
                        <a:pt x="2089" y="1012"/>
                        <a:pt x="2163" y="985"/>
                        <a:pt x="2299" y="938"/>
                      </a:cubicBezTo>
                      <a:cubicBezTo>
                        <a:pt x="2276" y="961"/>
                        <a:pt x="2211" y="996"/>
                        <a:pt x="2151" y="1025"/>
                      </a:cubicBezTo>
                      <a:cubicBezTo>
                        <a:pt x="2091" y="1054"/>
                        <a:pt x="2036" y="1078"/>
                        <a:pt x="2033" y="1079"/>
                      </a:cubicBezTo>
                      <a:cubicBezTo>
                        <a:pt x="2296" y="978"/>
                        <a:pt x="2326" y="958"/>
                        <a:pt x="2287" y="970"/>
                      </a:cubicBezTo>
                      <a:cubicBezTo>
                        <a:pt x="2247" y="982"/>
                        <a:pt x="2139" y="1026"/>
                        <a:pt x="2124" y="1056"/>
                      </a:cubicBezTo>
                      <a:cubicBezTo>
                        <a:pt x="2152" y="1046"/>
                        <a:pt x="2232" y="1010"/>
                        <a:pt x="2288" y="981"/>
                      </a:cubicBezTo>
                      <a:cubicBezTo>
                        <a:pt x="2344" y="952"/>
                        <a:pt x="2378" y="931"/>
                        <a:pt x="2316" y="953"/>
                      </a:cubicBezTo>
                      <a:cubicBezTo>
                        <a:pt x="2385" y="887"/>
                        <a:pt x="2477" y="851"/>
                        <a:pt x="2574" y="823"/>
                      </a:cubicBezTo>
                      <a:cubicBezTo>
                        <a:pt x="2671" y="795"/>
                        <a:pt x="2772" y="774"/>
                        <a:pt x="2859" y="738"/>
                      </a:cubicBezTo>
                      <a:cubicBezTo>
                        <a:pt x="2839" y="747"/>
                        <a:pt x="2827" y="753"/>
                        <a:pt x="2821" y="760"/>
                      </a:cubicBezTo>
                      <a:cubicBezTo>
                        <a:pt x="2814" y="767"/>
                        <a:pt x="2811" y="773"/>
                        <a:pt x="2809" y="785"/>
                      </a:cubicBezTo>
                      <a:cubicBezTo>
                        <a:pt x="2871" y="798"/>
                        <a:pt x="2944" y="791"/>
                        <a:pt x="3017" y="776"/>
                      </a:cubicBezTo>
                      <a:cubicBezTo>
                        <a:pt x="3090" y="761"/>
                        <a:pt x="3162" y="739"/>
                        <a:pt x="3221" y="725"/>
                      </a:cubicBezTo>
                      <a:cubicBezTo>
                        <a:pt x="3178" y="743"/>
                        <a:pt x="3121" y="749"/>
                        <a:pt x="3066" y="757"/>
                      </a:cubicBezTo>
                      <a:cubicBezTo>
                        <a:pt x="3010" y="765"/>
                        <a:pt x="2956" y="775"/>
                        <a:pt x="2920" y="799"/>
                      </a:cubicBezTo>
                      <a:cubicBezTo>
                        <a:pt x="2978" y="761"/>
                        <a:pt x="3087" y="733"/>
                        <a:pt x="3197" y="711"/>
                      </a:cubicBezTo>
                      <a:cubicBezTo>
                        <a:pt x="3307" y="690"/>
                        <a:pt x="3418" y="673"/>
                        <a:pt x="3480" y="658"/>
                      </a:cubicBezTo>
                      <a:cubicBezTo>
                        <a:pt x="3468" y="695"/>
                        <a:pt x="3317" y="737"/>
                        <a:pt x="3172" y="778"/>
                      </a:cubicBezTo>
                      <a:cubicBezTo>
                        <a:pt x="3027" y="820"/>
                        <a:pt x="2886" y="861"/>
                        <a:pt x="2892" y="899"/>
                      </a:cubicBezTo>
                      <a:cubicBezTo>
                        <a:pt x="2945" y="882"/>
                        <a:pt x="3022" y="864"/>
                        <a:pt x="3099" y="846"/>
                      </a:cubicBezTo>
                      <a:cubicBezTo>
                        <a:pt x="3176" y="828"/>
                        <a:pt x="3254" y="810"/>
                        <a:pt x="3312" y="793"/>
                      </a:cubicBezTo>
                      <a:cubicBezTo>
                        <a:pt x="3149" y="937"/>
                        <a:pt x="2947" y="1033"/>
                        <a:pt x="2747" y="1131"/>
                      </a:cubicBezTo>
                      <a:cubicBezTo>
                        <a:pt x="2547" y="1229"/>
                        <a:pt x="2348" y="1329"/>
                        <a:pt x="2191" y="1481"/>
                      </a:cubicBezTo>
                      <a:cubicBezTo>
                        <a:pt x="2225" y="1447"/>
                        <a:pt x="2254" y="1427"/>
                        <a:pt x="2281" y="1422"/>
                      </a:cubicBezTo>
                      <a:cubicBezTo>
                        <a:pt x="2307" y="1418"/>
                        <a:pt x="2329" y="1428"/>
                        <a:pt x="2348" y="1452"/>
                      </a:cubicBezTo>
                      <a:cubicBezTo>
                        <a:pt x="2291" y="1477"/>
                        <a:pt x="2203" y="1545"/>
                        <a:pt x="2124" y="1596"/>
                      </a:cubicBezTo>
                      <a:cubicBezTo>
                        <a:pt x="2045" y="1648"/>
                        <a:pt x="1974" y="1682"/>
                        <a:pt x="1951" y="1640"/>
                      </a:cubicBezTo>
                      <a:cubicBezTo>
                        <a:pt x="1909" y="1668"/>
                        <a:pt x="1863" y="1693"/>
                        <a:pt x="1815" y="1714"/>
                      </a:cubicBezTo>
                      <a:cubicBezTo>
                        <a:pt x="1767" y="1735"/>
                        <a:pt x="1716" y="1751"/>
                        <a:pt x="1664" y="1764"/>
                      </a:cubicBezTo>
                      <a:cubicBezTo>
                        <a:pt x="1701" y="1745"/>
                        <a:pt x="1718" y="1734"/>
                        <a:pt x="1717" y="1730"/>
                      </a:cubicBezTo>
                      <a:cubicBezTo>
                        <a:pt x="1716" y="1726"/>
                        <a:pt x="1697" y="1730"/>
                        <a:pt x="1658" y="1741"/>
                      </a:cubicBezTo>
                      <a:cubicBezTo>
                        <a:pt x="1676" y="1731"/>
                        <a:pt x="1751" y="1673"/>
                        <a:pt x="1824" y="1619"/>
                      </a:cubicBezTo>
                      <a:cubicBezTo>
                        <a:pt x="1897" y="1565"/>
                        <a:pt x="1968" y="1515"/>
                        <a:pt x="1976" y="1521"/>
                      </a:cubicBezTo>
                      <a:cubicBezTo>
                        <a:pt x="1966" y="1514"/>
                        <a:pt x="1889" y="1529"/>
                        <a:pt x="1871" y="1522"/>
                      </a:cubicBezTo>
                      <a:cubicBezTo>
                        <a:pt x="1854" y="1515"/>
                        <a:pt x="1898" y="1487"/>
                        <a:pt x="2130" y="1394"/>
                      </a:cubicBezTo>
                      <a:cubicBezTo>
                        <a:pt x="2128" y="1375"/>
                        <a:pt x="1971" y="1452"/>
                        <a:pt x="1852" y="1502"/>
                      </a:cubicBezTo>
                      <a:cubicBezTo>
                        <a:pt x="1732" y="1552"/>
                        <a:pt x="1648" y="1575"/>
                        <a:pt x="1790" y="1447"/>
                      </a:cubicBezTo>
                      <a:cubicBezTo>
                        <a:pt x="1776" y="1458"/>
                        <a:pt x="1767" y="1462"/>
                        <a:pt x="1764" y="1461"/>
                      </a:cubicBezTo>
                      <a:cubicBezTo>
                        <a:pt x="1761" y="1459"/>
                        <a:pt x="1763" y="1451"/>
                        <a:pt x="1770" y="1438"/>
                      </a:cubicBezTo>
                      <a:cubicBezTo>
                        <a:pt x="1671" y="1482"/>
                        <a:pt x="1583" y="1540"/>
                        <a:pt x="1494" y="1598"/>
                      </a:cubicBezTo>
                      <a:cubicBezTo>
                        <a:pt x="1406" y="1655"/>
                        <a:pt x="1316" y="1711"/>
                        <a:pt x="1213" y="1751"/>
                      </a:cubicBezTo>
                      <a:cubicBezTo>
                        <a:pt x="1212" y="1745"/>
                        <a:pt x="1223" y="1725"/>
                        <a:pt x="1236" y="1706"/>
                      </a:cubicBezTo>
                      <a:cubicBezTo>
                        <a:pt x="1248" y="1687"/>
                        <a:pt x="1262" y="1669"/>
                        <a:pt x="1269" y="1666"/>
                      </a:cubicBezTo>
                      <a:cubicBezTo>
                        <a:pt x="1269" y="1666"/>
                        <a:pt x="1194" y="1681"/>
                        <a:pt x="1132" y="1688"/>
                      </a:cubicBezTo>
                      <a:cubicBezTo>
                        <a:pt x="1070" y="1695"/>
                        <a:pt x="1022" y="1694"/>
                        <a:pt x="1077" y="1659"/>
                      </a:cubicBezTo>
                      <a:cubicBezTo>
                        <a:pt x="1061" y="1668"/>
                        <a:pt x="1034" y="1686"/>
                        <a:pt x="1014" y="1696"/>
                      </a:cubicBezTo>
                      <a:cubicBezTo>
                        <a:pt x="993" y="1706"/>
                        <a:pt x="979" y="1709"/>
                        <a:pt x="990" y="1688"/>
                      </a:cubicBezTo>
                      <a:cubicBezTo>
                        <a:pt x="955" y="1706"/>
                        <a:pt x="918" y="1721"/>
                        <a:pt x="879" y="1734"/>
                      </a:cubicBezTo>
                      <a:cubicBezTo>
                        <a:pt x="841" y="1746"/>
                        <a:pt x="801" y="1756"/>
                        <a:pt x="761" y="1763"/>
                      </a:cubicBezTo>
                      <a:cubicBezTo>
                        <a:pt x="923" y="1621"/>
                        <a:pt x="944" y="1581"/>
                        <a:pt x="914" y="1584"/>
                      </a:cubicBezTo>
                      <a:cubicBezTo>
                        <a:pt x="885" y="1587"/>
                        <a:pt x="805" y="1634"/>
                        <a:pt x="768" y="1666"/>
                      </a:cubicBezTo>
                      <a:cubicBezTo>
                        <a:pt x="823" y="1595"/>
                        <a:pt x="734" y="1635"/>
                        <a:pt x="644" y="1686"/>
                      </a:cubicBezTo>
                      <a:cubicBezTo>
                        <a:pt x="554" y="1737"/>
                        <a:pt x="464" y="1799"/>
                        <a:pt x="518" y="1769"/>
                      </a:cubicBezTo>
                      <a:cubicBezTo>
                        <a:pt x="511" y="1773"/>
                        <a:pt x="465" y="1798"/>
                        <a:pt x="444" y="1809"/>
                      </a:cubicBezTo>
                      <a:cubicBezTo>
                        <a:pt x="423" y="1821"/>
                        <a:pt x="427" y="1819"/>
                        <a:pt x="518" y="176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31335" tIns="31335" rIns="31335" bIns="31335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468" dirty="0"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endParaRPr>
                </a:p>
              </p:txBody>
            </p:sp>
          </p:grpSp>
        </p:grp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232EB61-D486-1C4C-84BA-6902028EBFC9}"/>
              </a:ext>
            </a:extLst>
          </p:cNvPr>
          <p:cNvSpPr txBox="1"/>
          <p:nvPr/>
        </p:nvSpPr>
        <p:spPr>
          <a:xfrm>
            <a:off x="6093464" y="344220"/>
            <a:ext cx="28777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THE IDEA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F2ABF1-779B-6646-AAE1-3E187FD4D91F}"/>
              </a:ext>
            </a:extLst>
          </p:cNvPr>
          <p:cNvSpPr txBox="1"/>
          <p:nvPr/>
        </p:nvSpPr>
        <p:spPr>
          <a:xfrm>
            <a:off x="2610613" y="1391671"/>
            <a:ext cx="10469533" cy="51077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spc="175" dirty="0">
                <a:solidFill>
                  <a:schemeClr val="bg1"/>
                </a:solidFill>
                <a:latin typeface="Franklin Gothic Medium" panose="020B0603020102020204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“What If You Could Buy The Lagos Economy Like a Piece of Stock?”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D241FE5-F391-8A9C-09F5-881F4F02C10D}"/>
              </a:ext>
            </a:extLst>
          </p:cNvPr>
          <p:cNvGrpSpPr/>
          <p:nvPr/>
        </p:nvGrpSpPr>
        <p:grpSpPr>
          <a:xfrm>
            <a:off x="220149" y="3341639"/>
            <a:ext cx="4713709" cy="4010122"/>
            <a:chOff x="801711" y="3818543"/>
            <a:chExt cx="4109404" cy="3614624"/>
          </a:xfrm>
        </p:grpSpPr>
        <p:sp>
          <p:nvSpPr>
            <p:cNvPr id="5" name="Freeform 69">
              <a:extLst>
                <a:ext uri="{FF2B5EF4-FFF2-40B4-BE49-F238E27FC236}">
                  <a16:creationId xmlns:a16="http://schemas.microsoft.com/office/drawing/2014/main" id="{5EABCB31-9D73-F0CC-EF25-9F4A7FFCC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361" y="4101258"/>
              <a:ext cx="3527461" cy="3051992"/>
            </a:xfrm>
            <a:custGeom>
              <a:avLst/>
              <a:gdLst>
                <a:gd name="T0" fmla="*/ 3629 w 4840"/>
                <a:gd name="T1" fmla="*/ 0 h 4191"/>
                <a:gd name="T2" fmla="*/ 1210 w 4840"/>
                <a:gd name="T3" fmla="*/ 0 h 4191"/>
                <a:gd name="T4" fmla="*/ 0 w 4840"/>
                <a:gd name="T5" fmla="*/ 2094 h 4191"/>
                <a:gd name="T6" fmla="*/ 1210 w 4840"/>
                <a:gd name="T7" fmla="*/ 4190 h 4191"/>
                <a:gd name="T8" fmla="*/ 3629 w 4840"/>
                <a:gd name="T9" fmla="*/ 4190 h 4191"/>
                <a:gd name="T10" fmla="*/ 4839 w 4840"/>
                <a:gd name="T11" fmla="*/ 2094 h 4191"/>
                <a:gd name="T12" fmla="*/ 3629 w 4840"/>
                <a:gd name="T13" fmla="*/ 0 h 4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40" h="4191">
                  <a:moveTo>
                    <a:pt x="3629" y="0"/>
                  </a:moveTo>
                  <a:lnTo>
                    <a:pt x="1210" y="0"/>
                  </a:lnTo>
                  <a:lnTo>
                    <a:pt x="0" y="2094"/>
                  </a:lnTo>
                  <a:lnTo>
                    <a:pt x="1210" y="4190"/>
                  </a:lnTo>
                  <a:lnTo>
                    <a:pt x="3629" y="4190"/>
                  </a:lnTo>
                  <a:lnTo>
                    <a:pt x="4839" y="2094"/>
                  </a:lnTo>
                  <a:lnTo>
                    <a:pt x="3629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2105" dirty="0">
                <a:solidFill>
                  <a:schemeClr val="bg1"/>
                </a:solidFill>
                <a:latin typeface="Oswald" pitchFamily="2" charset="77"/>
              </a:endParaRPr>
            </a:p>
          </p:txBody>
        </p:sp>
        <p:sp>
          <p:nvSpPr>
            <p:cNvPr id="6" name="Freeform 70">
              <a:extLst>
                <a:ext uri="{FF2B5EF4-FFF2-40B4-BE49-F238E27FC236}">
                  <a16:creationId xmlns:a16="http://schemas.microsoft.com/office/drawing/2014/main" id="{AB519FED-C7C2-1DCF-BA83-DA5F7BC4F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711" y="3818543"/>
              <a:ext cx="4060757" cy="1709116"/>
            </a:xfrm>
            <a:custGeom>
              <a:avLst/>
              <a:gdLst>
                <a:gd name="T0" fmla="*/ 5573 w 5574"/>
                <a:gd name="T1" fmla="*/ 2344 h 2345"/>
                <a:gd name="T2" fmla="*/ 4219 w 5574"/>
                <a:gd name="T3" fmla="*/ 0 h 2345"/>
                <a:gd name="T4" fmla="*/ 1354 w 5574"/>
                <a:gd name="T5" fmla="*/ 0 h 2345"/>
                <a:gd name="T6" fmla="*/ 0 w 5574"/>
                <a:gd name="T7" fmla="*/ 2344 h 2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74" h="2345">
                  <a:moveTo>
                    <a:pt x="5573" y="2344"/>
                  </a:moveTo>
                  <a:lnTo>
                    <a:pt x="4219" y="0"/>
                  </a:lnTo>
                  <a:lnTo>
                    <a:pt x="1354" y="0"/>
                  </a:lnTo>
                  <a:lnTo>
                    <a:pt x="0" y="2344"/>
                  </a:ln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105" dirty="0">
                <a:latin typeface="Oswald" pitchFamily="2" charset="77"/>
              </a:endParaRPr>
            </a:p>
          </p:txBody>
        </p:sp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589A86E6-589C-3559-B05C-EF864ADACC72}"/>
                </a:ext>
              </a:extLst>
            </p:cNvPr>
            <p:cNvSpPr/>
            <p:nvPr/>
          </p:nvSpPr>
          <p:spPr>
            <a:xfrm>
              <a:off x="805820" y="5645292"/>
              <a:ext cx="4105295" cy="1787875"/>
            </a:xfrm>
            <a:custGeom>
              <a:avLst/>
              <a:gdLst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273412"/>
                <a:gd name="connsiteX1" fmla="*/ 1685365 w 7019365"/>
                <a:gd name="connsiteY1" fmla="*/ 3056965 h 3273412"/>
                <a:gd name="connsiteX2" fmla="*/ 5244353 w 7019365"/>
                <a:gd name="connsiteY2" fmla="*/ 3056965 h 3273412"/>
                <a:gd name="connsiteX3" fmla="*/ 7019365 w 7019365"/>
                <a:gd name="connsiteY3" fmla="*/ 0 h 3273412"/>
                <a:gd name="connsiteX0" fmla="*/ 0 w 7019365"/>
                <a:gd name="connsiteY0" fmla="*/ 152400 h 3063575"/>
                <a:gd name="connsiteX1" fmla="*/ 1685365 w 7019365"/>
                <a:gd name="connsiteY1" fmla="*/ 3056965 h 3063575"/>
                <a:gd name="connsiteX2" fmla="*/ 5244353 w 7019365"/>
                <a:gd name="connsiteY2" fmla="*/ 3056965 h 3063575"/>
                <a:gd name="connsiteX3" fmla="*/ 7019365 w 7019365"/>
                <a:gd name="connsiteY3" fmla="*/ 0 h 3063575"/>
                <a:gd name="connsiteX0" fmla="*/ 0 w 7019365"/>
                <a:gd name="connsiteY0" fmla="*/ 152400 h 3056965"/>
                <a:gd name="connsiteX1" fmla="*/ 1685365 w 7019365"/>
                <a:gd name="connsiteY1" fmla="*/ 3056965 h 3056965"/>
                <a:gd name="connsiteX2" fmla="*/ 5244353 w 7019365"/>
                <a:gd name="connsiteY2" fmla="*/ 3056965 h 3056965"/>
                <a:gd name="connsiteX3" fmla="*/ 7019365 w 7019365"/>
                <a:gd name="connsiteY3" fmla="*/ 0 h 3056965"/>
                <a:gd name="connsiteX0" fmla="*/ 0 w 7019365"/>
                <a:gd name="connsiteY0" fmla="*/ 152400 h 3056965"/>
                <a:gd name="connsiteX1" fmla="*/ 1685365 w 7019365"/>
                <a:gd name="connsiteY1" fmla="*/ 3056965 h 3056965"/>
                <a:gd name="connsiteX2" fmla="*/ 5244353 w 7019365"/>
                <a:gd name="connsiteY2" fmla="*/ 3056965 h 3056965"/>
                <a:gd name="connsiteX3" fmla="*/ 7019365 w 7019365"/>
                <a:gd name="connsiteY3" fmla="*/ 0 h 3056965"/>
                <a:gd name="connsiteX0" fmla="*/ 0 w 7019365"/>
                <a:gd name="connsiteY0" fmla="*/ 152400 h 3056965"/>
                <a:gd name="connsiteX1" fmla="*/ 1685365 w 7019365"/>
                <a:gd name="connsiteY1" fmla="*/ 3056965 h 3056965"/>
                <a:gd name="connsiteX2" fmla="*/ 5244353 w 7019365"/>
                <a:gd name="connsiteY2" fmla="*/ 3056965 h 3056965"/>
                <a:gd name="connsiteX3" fmla="*/ 7019365 w 7019365"/>
                <a:gd name="connsiteY3" fmla="*/ 0 h 3056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9365" h="3056965">
                  <a:moveTo>
                    <a:pt x="0" y="152400"/>
                  </a:moveTo>
                  <a:cubicBezTo>
                    <a:pt x="272746" y="613039"/>
                    <a:pt x="1406729" y="2583504"/>
                    <a:pt x="1685365" y="3056965"/>
                  </a:cubicBezTo>
                  <a:lnTo>
                    <a:pt x="5244353" y="3056965"/>
                  </a:lnTo>
                  <a:cubicBezTo>
                    <a:pt x="5559916" y="2508725"/>
                    <a:pt x="6784004" y="441601"/>
                    <a:pt x="7019365" y="0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Oswald" pitchFamily="2" charset="77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FD5BA22-3F12-F988-D7A1-C8906DAC692D}"/>
              </a:ext>
            </a:extLst>
          </p:cNvPr>
          <p:cNvGrpSpPr/>
          <p:nvPr/>
        </p:nvGrpSpPr>
        <p:grpSpPr>
          <a:xfrm>
            <a:off x="828285" y="3996443"/>
            <a:ext cx="3489738" cy="2627975"/>
            <a:chOff x="986323" y="4274858"/>
            <a:chExt cx="3489738" cy="262797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48D5E1-6626-A484-B534-FEBF9E66FE60}"/>
                </a:ext>
              </a:extLst>
            </p:cNvPr>
            <p:cNvSpPr txBox="1"/>
            <p:nvPr/>
          </p:nvSpPr>
          <p:spPr>
            <a:xfrm>
              <a:off x="986323" y="4274858"/>
              <a:ext cx="3489738" cy="52334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sz="2801" b="1" spc="-41" dirty="0">
                  <a:solidFill>
                    <a:schemeClr val="bg1"/>
                  </a:solidFill>
                  <a:latin typeface="Oswald SemiBold" pitchFamily="2" charset="77"/>
                </a:rPr>
                <a:t> The Challenge: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28B9A0-EFC2-9AB5-EDC3-65F8AED50D11}"/>
                </a:ext>
              </a:extLst>
            </p:cNvPr>
            <p:cNvSpPr txBox="1"/>
            <p:nvPr/>
          </p:nvSpPr>
          <p:spPr>
            <a:xfrm>
              <a:off x="1252573" y="4772891"/>
              <a:ext cx="2974933" cy="2129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1600" dirty="0">
                  <a:solidFill>
                    <a:schemeClr val="bg1"/>
                  </a:solidFill>
                </a:rPr>
                <a:t>When investors seek opportunities in Lagos, a power house state that contributes 30% of Nigeria's GDP, they have to pick individual companies, funds, or real estate deals to invest in.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7D0C9F0-EFC4-814C-AB56-1E32BED19946}"/>
              </a:ext>
            </a:extLst>
          </p:cNvPr>
          <p:cNvGrpSpPr/>
          <p:nvPr/>
        </p:nvGrpSpPr>
        <p:grpSpPr>
          <a:xfrm>
            <a:off x="9353966" y="3363203"/>
            <a:ext cx="4713709" cy="4010122"/>
            <a:chOff x="8456163" y="2003431"/>
            <a:chExt cx="4713709" cy="401012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679923A-828C-C5E2-840E-98F86ED9B273}"/>
                </a:ext>
              </a:extLst>
            </p:cNvPr>
            <p:cNvGrpSpPr/>
            <p:nvPr/>
          </p:nvGrpSpPr>
          <p:grpSpPr>
            <a:xfrm>
              <a:off x="8456163" y="2003431"/>
              <a:ext cx="4713709" cy="4010122"/>
              <a:chOff x="801711" y="3818543"/>
              <a:chExt cx="4109404" cy="3614624"/>
            </a:xfrm>
          </p:grpSpPr>
          <p:sp>
            <p:nvSpPr>
              <p:cNvPr id="31" name="Freeform 69">
                <a:extLst>
                  <a:ext uri="{FF2B5EF4-FFF2-40B4-BE49-F238E27FC236}">
                    <a16:creationId xmlns:a16="http://schemas.microsoft.com/office/drawing/2014/main" id="{6D7A0694-B51A-A1BC-C69B-C35B2CF40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361" y="4101258"/>
                <a:ext cx="3527461" cy="3051992"/>
              </a:xfrm>
              <a:custGeom>
                <a:avLst/>
                <a:gdLst>
                  <a:gd name="T0" fmla="*/ 3629 w 4840"/>
                  <a:gd name="T1" fmla="*/ 0 h 4191"/>
                  <a:gd name="T2" fmla="*/ 1210 w 4840"/>
                  <a:gd name="T3" fmla="*/ 0 h 4191"/>
                  <a:gd name="T4" fmla="*/ 0 w 4840"/>
                  <a:gd name="T5" fmla="*/ 2094 h 4191"/>
                  <a:gd name="T6" fmla="*/ 1210 w 4840"/>
                  <a:gd name="T7" fmla="*/ 4190 h 4191"/>
                  <a:gd name="T8" fmla="*/ 3629 w 4840"/>
                  <a:gd name="T9" fmla="*/ 4190 h 4191"/>
                  <a:gd name="T10" fmla="*/ 4839 w 4840"/>
                  <a:gd name="T11" fmla="*/ 2094 h 4191"/>
                  <a:gd name="T12" fmla="*/ 3629 w 4840"/>
                  <a:gd name="T13" fmla="*/ 0 h 4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40" h="4191">
                    <a:moveTo>
                      <a:pt x="3629" y="0"/>
                    </a:moveTo>
                    <a:lnTo>
                      <a:pt x="1210" y="0"/>
                    </a:lnTo>
                    <a:lnTo>
                      <a:pt x="0" y="2094"/>
                    </a:lnTo>
                    <a:lnTo>
                      <a:pt x="1210" y="4190"/>
                    </a:lnTo>
                    <a:lnTo>
                      <a:pt x="3629" y="4190"/>
                    </a:lnTo>
                    <a:lnTo>
                      <a:pt x="4839" y="2094"/>
                    </a:lnTo>
                    <a:lnTo>
                      <a:pt x="3629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2105" dirty="0">
                  <a:solidFill>
                    <a:schemeClr val="bg1"/>
                  </a:solidFill>
                  <a:latin typeface="Oswald" pitchFamily="2" charset="77"/>
                </a:endParaRPr>
              </a:p>
            </p:txBody>
          </p:sp>
          <p:sp>
            <p:nvSpPr>
              <p:cNvPr id="32" name="Freeform 70">
                <a:extLst>
                  <a:ext uri="{FF2B5EF4-FFF2-40B4-BE49-F238E27FC236}">
                    <a16:creationId xmlns:a16="http://schemas.microsoft.com/office/drawing/2014/main" id="{159E6D34-9F3A-A3CE-A416-DD68120859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1711" y="3818543"/>
                <a:ext cx="4060757" cy="1709116"/>
              </a:xfrm>
              <a:custGeom>
                <a:avLst/>
                <a:gdLst>
                  <a:gd name="T0" fmla="*/ 5573 w 5574"/>
                  <a:gd name="T1" fmla="*/ 2344 h 2345"/>
                  <a:gd name="T2" fmla="*/ 4219 w 5574"/>
                  <a:gd name="T3" fmla="*/ 0 h 2345"/>
                  <a:gd name="T4" fmla="*/ 1354 w 5574"/>
                  <a:gd name="T5" fmla="*/ 0 h 2345"/>
                  <a:gd name="T6" fmla="*/ 0 w 5574"/>
                  <a:gd name="T7" fmla="*/ 2344 h 2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574" h="2345">
                    <a:moveTo>
                      <a:pt x="5573" y="2344"/>
                    </a:moveTo>
                    <a:lnTo>
                      <a:pt x="4219" y="0"/>
                    </a:lnTo>
                    <a:lnTo>
                      <a:pt x="1354" y="0"/>
                    </a:lnTo>
                    <a:lnTo>
                      <a:pt x="0" y="2344"/>
                    </a:lnTo>
                  </a:path>
                </a:pathLst>
              </a:custGeom>
              <a:noFill/>
              <a:ln w="38100" cap="flat">
                <a:solidFill>
                  <a:schemeClr val="accent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105" dirty="0">
                  <a:latin typeface="Oswald" pitchFamily="2" charset="77"/>
                </a:endParaRPr>
              </a:p>
            </p:txBody>
          </p:sp>
          <p:sp>
            <p:nvSpPr>
              <p:cNvPr id="33" name="Freeform 1">
                <a:extLst>
                  <a:ext uri="{FF2B5EF4-FFF2-40B4-BE49-F238E27FC236}">
                    <a16:creationId xmlns:a16="http://schemas.microsoft.com/office/drawing/2014/main" id="{BEFE09D3-A83A-8BB2-B2A9-A2D733223FEC}"/>
                  </a:ext>
                </a:extLst>
              </p:cNvPr>
              <p:cNvSpPr/>
              <p:nvPr/>
            </p:nvSpPr>
            <p:spPr>
              <a:xfrm>
                <a:off x="805820" y="5645292"/>
                <a:ext cx="4105295" cy="1787875"/>
              </a:xfrm>
              <a:custGeom>
                <a:avLst/>
                <a:gdLst>
                  <a:gd name="connsiteX0" fmla="*/ 0 w 7019365"/>
                  <a:gd name="connsiteY0" fmla="*/ 152400 h 3429621"/>
                  <a:gd name="connsiteX1" fmla="*/ 1685365 w 7019365"/>
                  <a:gd name="connsiteY1" fmla="*/ 3056965 h 3429621"/>
                  <a:gd name="connsiteX2" fmla="*/ 5244353 w 7019365"/>
                  <a:gd name="connsiteY2" fmla="*/ 3056965 h 3429621"/>
                  <a:gd name="connsiteX3" fmla="*/ 7019365 w 7019365"/>
                  <a:gd name="connsiteY3" fmla="*/ 0 h 3429621"/>
                  <a:gd name="connsiteX0" fmla="*/ 0 w 7019365"/>
                  <a:gd name="connsiteY0" fmla="*/ 152400 h 3429621"/>
                  <a:gd name="connsiteX1" fmla="*/ 1685365 w 7019365"/>
                  <a:gd name="connsiteY1" fmla="*/ 3056965 h 3429621"/>
                  <a:gd name="connsiteX2" fmla="*/ 5244353 w 7019365"/>
                  <a:gd name="connsiteY2" fmla="*/ 3056965 h 3429621"/>
                  <a:gd name="connsiteX3" fmla="*/ 7019365 w 7019365"/>
                  <a:gd name="connsiteY3" fmla="*/ 0 h 3429621"/>
                  <a:gd name="connsiteX0" fmla="*/ 0 w 7019365"/>
                  <a:gd name="connsiteY0" fmla="*/ 152400 h 3429621"/>
                  <a:gd name="connsiteX1" fmla="*/ 1685365 w 7019365"/>
                  <a:gd name="connsiteY1" fmla="*/ 3056965 h 3429621"/>
                  <a:gd name="connsiteX2" fmla="*/ 5244353 w 7019365"/>
                  <a:gd name="connsiteY2" fmla="*/ 3056965 h 3429621"/>
                  <a:gd name="connsiteX3" fmla="*/ 7019365 w 7019365"/>
                  <a:gd name="connsiteY3" fmla="*/ 0 h 3429621"/>
                  <a:gd name="connsiteX0" fmla="*/ 0 w 7019365"/>
                  <a:gd name="connsiteY0" fmla="*/ 152400 h 3429621"/>
                  <a:gd name="connsiteX1" fmla="*/ 1685365 w 7019365"/>
                  <a:gd name="connsiteY1" fmla="*/ 3056965 h 3429621"/>
                  <a:gd name="connsiteX2" fmla="*/ 5244353 w 7019365"/>
                  <a:gd name="connsiteY2" fmla="*/ 3056965 h 3429621"/>
                  <a:gd name="connsiteX3" fmla="*/ 7019365 w 7019365"/>
                  <a:gd name="connsiteY3" fmla="*/ 0 h 3429621"/>
                  <a:gd name="connsiteX0" fmla="*/ 0 w 7019365"/>
                  <a:gd name="connsiteY0" fmla="*/ 152400 h 3429621"/>
                  <a:gd name="connsiteX1" fmla="*/ 1685365 w 7019365"/>
                  <a:gd name="connsiteY1" fmla="*/ 3056965 h 3429621"/>
                  <a:gd name="connsiteX2" fmla="*/ 5244353 w 7019365"/>
                  <a:gd name="connsiteY2" fmla="*/ 3056965 h 3429621"/>
                  <a:gd name="connsiteX3" fmla="*/ 7019365 w 7019365"/>
                  <a:gd name="connsiteY3" fmla="*/ 0 h 3429621"/>
                  <a:gd name="connsiteX0" fmla="*/ 0 w 7019365"/>
                  <a:gd name="connsiteY0" fmla="*/ 152400 h 3273412"/>
                  <a:gd name="connsiteX1" fmla="*/ 1685365 w 7019365"/>
                  <a:gd name="connsiteY1" fmla="*/ 3056965 h 3273412"/>
                  <a:gd name="connsiteX2" fmla="*/ 5244353 w 7019365"/>
                  <a:gd name="connsiteY2" fmla="*/ 3056965 h 3273412"/>
                  <a:gd name="connsiteX3" fmla="*/ 7019365 w 7019365"/>
                  <a:gd name="connsiteY3" fmla="*/ 0 h 3273412"/>
                  <a:gd name="connsiteX0" fmla="*/ 0 w 7019365"/>
                  <a:gd name="connsiteY0" fmla="*/ 152400 h 3063575"/>
                  <a:gd name="connsiteX1" fmla="*/ 1685365 w 7019365"/>
                  <a:gd name="connsiteY1" fmla="*/ 3056965 h 3063575"/>
                  <a:gd name="connsiteX2" fmla="*/ 5244353 w 7019365"/>
                  <a:gd name="connsiteY2" fmla="*/ 3056965 h 3063575"/>
                  <a:gd name="connsiteX3" fmla="*/ 7019365 w 7019365"/>
                  <a:gd name="connsiteY3" fmla="*/ 0 h 3063575"/>
                  <a:gd name="connsiteX0" fmla="*/ 0 w 7019365"/>
                  <a:gd name="connsiteY0" fmla="*/ 152400 h 3056965"/>
                  <a:gd name="connsiteX1" fmla="*/ 1685365 w 7019365"/>
                  <a:gd name="connsiteY1" fmla="*/ 3056965 h 3056965"/>
                  <a:gd name="connsiteX2" fmla="*/ 5244353 w 7019365"/>
                  <a:gd name="connsiteY2" fmla="*/ 3056965 h 3056965"/>
                  <a:gd name="connsiteX3" fmla="*/ 7019365 w 7019365"/>
                  <a:gd name="connsiteY3" fmla="*/ 0 h 3056965"/>
                  <a:gd name="connsiteX0" fmla="*/ 0 w 7019365"/>
                  <a:gd name="connsiteY0" fmla="*/ 152400 h 3056965"/>
                  <a:gd name="connsiteX1" fmla="*/ 1685365 w 7019365"/>
                  <a:gd name="connsiteY1" fmla="*/ 3056965 h 3056965"/>
                  <a:gd name="connsiteX2" fmla="*/ 5244353 w 7019365"/>
                  <a:gd name="connsiteY2" fmla="*/ 3056965 h 3056965"/>
                  <a:gd name="connsiteX3" fmla="*/ 7019365 w 7019365"/>
                  <a:gd name="connsiteY3" fmla="*/ 0 h 3056965"/>
                  <a:gd name="connsiteX0" fmla="*/ 0 w 7019365"/>
                  <a:gd name="connsiteY0" fmla="*/ 152400 h 3056965"/>
                  <a:gd name="connsiteX1" fmla="*/ 1685365 w 7019365"/>
                  <a:gd name="connsiteY1" fmla="*/ 3056965 h 3056965"/>
                  <a:gd name="connsiteX2" fmla="*/ 5244353 w 7019365"/>
                  <a:gd name="connsiteY2" fmla="*/ 3056965 h 3056965"/>
                  <a:gd name="connsiteX3" fmla="*/ 7019365 w 7019365"/>
                  <a:gd name="connsiteY3" fmla="*/ 0 h 3056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19365" h="3056965">
                    <a:moveTo>
                      <a:pt x="0" y="152400"/>
                    </a:moveTo>
                    <a:cubicBezTo>
                      <a:pt x="272746" y="613039"/>
                      <a:pt x="1406729" y="2583504"/>
                      <a:pt x="1685365" y="3056965"/>
                    </a:cubicBezTo>
                    <a:lnTo>
                      <a:pt x="5244353" y="3056965"/>
                    </a:lnTo>
                    <a:cubicBezTo>
                      <a:pt x="5559916" y="2508725"/>
                      <a:pt x="6784004" y="441601"/>
                      <a:pt x="7019365" y="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Oswald" pitchFamily="2" charset="77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9C623C-1EF5-9117-A24D-6A7F47434C9D}"/>
                </a:ext>
              </a:extLst>
            </p:cNvPr>
            <p:cNvGrpSpPr/>
            <p:nvPr/>
          </p:nvGrpSpPr>
          <p:grpSpPr>
            <a:xfrm>
              <a:off x="9002175" y="2626826"/>
              <a:ext cx="3489738" cy="2890954"/>
              <a:chOff x="1067178" y="4285418"/>
              <a:chExt cx="3489738" cy="2890954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2862D85-55D2-BB37-7DC3-D3C42D614905}"/>
                  </a:ext>
                </a:extLst>
              </p:cNvPr>
              <p:cNvSpPr txBox="1"/>
              <p:nvPr/>
            </p:nvSpPr>
            <p:spPr>
              <a:xfrm>
                <a:off x="1067178" y="4285418"/>
                <a:ext cx="3489738" cy="52334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sz="2801" b="1" spc="-41" dirty="0">
                    <a:solidFill>
                      <a:schemeClr val="bg1"/>
                    </a:solidFill>
                    <a:latin typeface="Oswald SemiBold" pitchFamily="2" charset="77"/>
                  </a:rPr>
                  <a:t> The Solution: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09E8090-B309-F7C8-C9A0-717BD11785C4}"/>
                  </a:ext>
                </a:extLst>
              </p:cNvPr>
              <p:cNvSpPr txBox="1"/>
              <p:nvPr/>
            </p:nvSpPr>
            <p:spPr>
              <a:xfrm>
                <a:off x="1404725" y="4751477"/>
                <a:ext cx="2974933" cy="2424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340"/>
                  </a:lnSpc>
                </a:pPr>
                <a:r>
                  <a:rPr lang="en-US" sz="1600" dirty="0">
                    <a:solidFill>
                      <a:schemeClr val="bg1"/>
                    </a:solidFill>
                  </a:rPr>
                  <a:t>Introduce 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the Lagos Economy Index (LEI) - </a:t>
                </a:r>
                <a:r>
                  <a:rPr lang="en-US" sz="1600" dirty="0">
                    <a:solidFill>
                      <a:schemeClr val="bg1"/>
                    </a:solidFill>
                  </a:rPr>
                  <a:t>a single, tradable metric designed to track the overall growth and performance of Lagos State, much like the S&amp;P 500 tracks the US stock market..</a:t>
                </a:r>
              </a:p>
            </p:txBody>
          </p:sp>
        </p:grp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5F4C834-15C3-0B4F-EA32-0965F1E31DF3}"/>
              </a:ext>
            </a:extLst>
          </p:cNvPr>
          <p:cNvSpPr txBox="1"/>
          <p:nvPr/>
        </p:nvSpPr>
        <p:spPr>
          <a:xfrm>
            <a:off x="2196010" y="8346843"/>
            <a:ext cx="10215823" cy="1804891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1" spc="175" dirty="0">
                <a:solidFill>
                  <a:schemeClr val="bg1"/>
                </a:solidFill>
                <a:latin typeface="Franklin Gothic Medium" panose="020B0603020102020204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OBJECTIVE</a:t>
            </a:r>
          </a:p>
          <a:p>
            <a:pPr algn="ctr"/>
            <a:r>
              <a:rPr lang="en-US" sz="2400" spc="175" dirty="0">
                <a:solidFill>
                  <a:schemeClr val="bg1"/>
                </a:solidFill>
                <a:latin typeface="Franklin Gothic Medium" panose="020B0603020102020204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To give investors exposure to the overall growth and performance of Lagos State's economy, much like an equity index tracks the stock market.</a:t>
            </a:r>
          </a:p>
        </p:txBody>
      </p:sp>
      <p:sp>
        <p:nvSpPr>
          <p:cNvPr id="53" name="Freeform 24">
            <a:extLst>
              <a:ext uri="{FF2B5EF4-FFF2-40B4-BE49-F238E27FC236}">
                <a16:creationId xmlns:a16="http://schemas.microsoft.com/office/drawing/2014/main" id="{37AA2F07-5C23-9FFA-FF33-79FA7EBB559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87103" y="1150969"/>
            <a:ext cx="762000" cy="830997"/>
          </a:xfrm>
          <a:custGeom>
            <a:avLst/>
            <a:gdLst>
              <a:gd name="connsiteX0" fmla="*/ 55216 w 164744"/>
              <a:gd name="connsiteY0" fmla="*/ 220807 h 237764"/>
              <a:gd name="connsiteX1" fmla="*/ 72845 w 164744"/>
              <a:gd name="connsiteY1" fmla="*/ 231270 h 237764"/>
              <a:gd name="connsiteX2" fmla="*/ 90474 w 164744"/>
              <a:gd name="connsiteY2" fmla="*/ 220807 h 237764"/>
              <a:gd name="connsiteX3" fmla="*/ 130177 w 164744"/>
              <a:gd name="connsiteY3" fmla="*/ 201613 h 237764"/>
              <a:gd name="connsiteX4" fmla="*/ 133283 w 164744"/>
              <a:gd name="connsiteY4" fmla="*/ 204719 h 237764"/>
              <a:gd name="connsiteX5" fmla="*/ 133283 w 164744"/>
              <a:gd name="connsiteY5" fmla="*/ 206100 h 237764"/>
              <a:gd name="connsiteX6" fmla="*/ 134663 w 164744"/>
              <a:gd name="connsiteY6" fmla="*/ 206100 h 237764"/>
              <a:gd name="connsiteX7" fmla="*/ 137769 w 164744"/>
              <a:gd name="connsiteY7" fmla="*/ 209206 h 237764"/>
              <a:gd name="connsiteX8" fmla="*/ 134663 w 164744"/>
              <a:gd name="connsiteY8" fmla="*/ 212657 h 237764"/>
              <a:gd name="connsiteX9" fmla="*/ 133283 w 164744"/>
              <a:gd name="connsiteY9" fmla="*/ 212657 h 237764"/>
              <a:gd name="connsiteX10" fmla="*/ 133283 w 164744"/>
              <a:gd name="connsiteY10" fmla="*/ 214037 h 237764"/>
              <a:gd name="connsiteX11" fmla="*/ 130177 w 164744"/>
              <a:gd name="connsiteY11" fmla="*/ 217143 h 237764"/>
              <a:gd name="connsiteX12" fmla="*/ 126726 w 164744"/>
              <a:gd name="connsiteY12" fmla="*/ 214037 h 237764"/>
              <a:gd name="connsiteX13" fmla="*/ 126726 w 164744"/>
              <a:gd name="connsiteY13" fmla="*/ 212657 h 237764"/>
              <a:gd name="connsiteX14" fmla="*/ 125345 w 164744"/>
              <a:gd name="connsiteY14" fmla="*/ 212657 h 237764"/>
              <a:gd name="connsiteX15" fmla="*/ 122239 w 164744"/>
              <a:gd name="connsiteY15" fmla="*/ 209206 h 237764"/>
              <a:gd name="connsiteX16" fmla="*/ 125345 w 164744"/>
              <a:gd name="connsiteY16" fmla="*/ 206100 h 237764"/>
              <a:gd name="connsiteX17" fmla="*/ 126726 w 164744"/>
              <a:gd name="connsiteY17" fmla="*/ 206100 h 237764"/>
              <a:gd name="connsiteX18" fmla="*/ 126726 w 164744"/>
              <a:gd name="connsiteY18" fmla="*/ 204719 h 237764"/>
              <a:gd name="connsiteX19" fmla="*/ 130177 w 164744"/>
              <a:gd name="connsiteY19" fmla="*/ 201613 h 237764"/>
              <a:gd name="connsiteX20" fmla="*/ 48380 w 164744"/>
              <a:gd name="connsiteY20" fmla="*/ 199520 h 237764"/>
              <a:gd name="connsiteX21" fmla="*/ 42264 w 164744"/>
              <a:gd name="connsiteY21" fmla="*/ 205654 h 237764"/>
              <a:gd name="connsiteX22" fmla="*/ 42264 w 164744"/>
              <a:gd name="connsiteY22" fmla="*/ 207818 h 237764"/>
              <a:gd name="connsiteX23" fmla="*/ 48380 w 164744"/>
              <a:gd name="connsiteY23" fmla="*/ 214313 h 237764"/>
              <a:gd name="connsiteX24" fmla="*/ 97669 w 164744"/>
              <a:gd name="connsiteY24" fmla="*/ 214313 h 237764"/>
              <a:gd name="connsiteX25" fmla="*/ 104145 w 164744"/>
              <a:gd name="connsiteY25" fmla="*/ 207818 h 237764"/>
              <a:gd name="connsiteX26" fmla="*/ 104145 w 164744"/>
              <a:gd name="connsiteY26" fmla="*/ 205654 h 237764"/>
              <a:gd name="connsiteX27" fmla="*/ 97669 w 164744"/>
              <a:gd name="connsiteY27" fmla="*/ 199520 h 237764"/>
              <a:gd name="connsiteX28" fmla="*/ 47301 w 164744"/>
              <a:gd name="connsiteY28" fmla="*/ 177872 h 237764"/>
              <a:gd name="connsiteX29" fmla="*/ 42264 w 164744"/>
              <a:gd name="connsiteY29" fmla="*/ 183284 h 237764"/>
              <a:gd name="connsiteX30" fmla="*/ 47301 w 164744"/>
              <a:gd name="connsiteY30" fmla="*/ 188696 h 237764"/>
              <a:gd name="connsiteX31" fmla="*/ 98749 w 164744"/>
              <a:gd name="connsiteY31" fmla="*/ 188696 h 237764"/>
              <a:gd name="connsiteX32" fmla="*/ 104145 w 164744"/>
              <a:gd name="connsiteY32" fmla="*/ 183284 h 237764"/>
              <a:gd name="connsiteX33" fmla="*/ 98749 w 164744"/>
              <a:gd name="connsiteY33" fmla="*/ 177872 h 237764"/>
              <a:gd name="connsiteX34" fmla="*/ 10319 w 164744"/>
              <a:gd name="connsiteY34" fmla="*/ 144463 h 237764"/>
              <a:gd name="connsiteX35" fmla="*/ 13521 w 164744"/>
              <a:gd name="connsiteY35" fmla="*/ 148021 h 237764"/>
              <a:gd name="connsiteX36" fmla="*/ 13521 w 164744"/>
              <a:gd name="connsiteY36" fmla="*/ 151223 h 237764"/>
              <a:gd name="connsiteX37" fmla="*/ 17080 w 164744"/>
              <a:gd name="connsiteY37" fmla="*/ 151223 h 237764"/>
              <a:gd name="connsiteX38" fmla="*/ 20282 w 164744"/>
              <a:gd name="connsiteY38" fmla="*/ 154781 h 237764"/>
              <a:gd name="connsiteX39" fmla="*/ 17080 w 164744"/>
              <a:gd name="connsiteY39" fmla="*/ 157984 h 237764"/>
              <a:gd name="connsiteX40" fmla="*/ 13521 w 164744"/>
              <a:gd name="connsiteY40" fmla="*/ 157984 h 237764"/>
              <a:gd name="connsiteX41" fmla="*/ 13521 w 164744"/>
              <a:gd name="connsiteY41" fmla="*/ 161542 h 237764"/>
              <a:gd name="connsiteX42" fmla="*/ 10319 w 164744"/>
              <a:gd name="connsiteY42" fmla="*/ 164744 h 237764"/>
              <a:gd name="connsiteX43" fmla="*/ 7116 w 164744"/>
              <a:gd name="connsiteY43" fmla="*/ 161542 h 237764"/>
              <a:gd name="connsiteX44" fmla="*/ 7116 w 164744"/>
              <a:gd name="connsiteY44" fmla="*/ 157984 h 237764"/>
              <a:gd name="connsiteX45" fmla="*/ 3558 w 164744"/>
              <a:gd name="connsiteY45" fmla="*/ 157984 h 237764"/>
              <a:gd name="connsiteX46" fmla="*/ 0 w 164744"/>
              <a:gd name="connsiteY46" fmla="*/ 154781 h 237764"/>
              <a:gd name="connsiteX47" fmla="*/ 3558 w 164744"/>
              <a:gd name="connsiteY47" fmla="*/ 151223 h 237764"/>
              <a:gd name="connsiteX48" fmla="*/ 7116 w 164744"/>
              <a:gd name="connsiteY48" fmla="*/ 151223 h 237764"/>
              <a:gd name="connsiteX49" fmla="*/ 7116 w 164744"/>
              <a:gd name="connsiteY49" fmla="*/ 148021 h 237764"/>
              <a:gd name="connsiteX50" fmla="*/ 10319 w 164744"/>
              <a:gd name="connsiteY50" fmla="*/ 144463 h 237764"/>
              <a:gd name="connsiteX51" fmla="*/ 67808 w 164744"/>
              <a:gd name="connsiteY51" fmla="*/ 88395 h 237764"/>
              <a:gd name="connsiteX52" fmla="*/ 67808 w 164744"/>
              <a:gd name="connsiteY52" fmla="*/ 167048 h 237764"/>
              <a:gd name="connsiteX53" fmla="*/ 78242 w 164744"/>
              <a:gd name="connsiteY53" fmla="*/ 167048 h 237764"/>
              <a:gd name="connsiteX54" fmla="*/ 78242 w 164744"/>
              <a:gd name="connsiteY54" fmla="*/ 88395 h 237764"/>
              <a:gd name="connsiteX55" fmla="*/ 90834 w 164744"/>
              <a:gd name="connsiteY55" fmla="*/ 69633 h 237764"/>
              <a:gd name="connsiteX56" fmla="*/ 84718 w 164744"/>
              <a:gd name="connsiteY56" fmla="*/ 75767 h 237764"/>
              <a:gd name="connsiteX57" fmla="*/ 90834 w 164744"/>
              <a:gd name="connsiteY57" fmla="*/ 82261 h 237764"/>
              <a:gd name="connsiteX58" fmla="*/ 96950 w 164744"/>
              <a:gd name="connsiteY58" fmla="*/ 75767 h 237764"/>
              <a:gd name="connsiteX59" fmla="*/ 90834 w 164744"/>
              <a:gd name="connsiteY59" fmla="*/ 69633 h 237764"/>
              <a:gd name="connsiteX60" fmla="*/ 55216 w 164744"/>
              <a:gd name="connsiteY60" fmla="*/ 69633 h 237764"/>
              <a:gd name="connsiteX61" fmla="*/ 49100 w 164744"/>
              <a:gd name="connsiteY61" fmla="*/ 75767 h 237764"/>
              <a:gd name="connsiteX62" fmla="*/ 55216 w 164744"/>
              <a:gd name="connsiteY62" fmla="*/ 82261 h 237764"/>
              <a:gd name="connsiteX63" fmla="*/ 61332 w 164744"/>
              <a:gd name="connsiteY63" fmla="*/ 75767 h 237764"/>
              <a:gd name="connsiteX64" fmla="*/ 55216 w 164744"/>
              <a:gd name="connsiteY64" fmla="*/ 69633 h 237764"/>
              <a:gd name="connsiteX65" fmla="*/ 72845 w 164744"/>
              <a:gd name="connsiteY65" fmla="*/ 6494 h 237764"/>
              <a:gd name="connsiteX66" fmla="*/ 27514 w 164744"/>
              <a:gd name="connsiteY66" fmla="*/ 29224 h 237764"/>
              <a:gd name="connsiteX67" fmla="*/ 20678 w 164744"/>
              <a:gd name="connsiteY67" fmla="*/ 66386 h 237764"/>
              <a:gd name="connsiteX68" fmla="*/ 54137 w 164744"/>
              <a:gd name="connsiteY68" fmla="*/ 167048 h 237764"/>
              <a:gd name="connsiteX69" fmla="*/ 61332 w 164744"/>
              <a:gd name="connsiteY69" fmla="*/ 167048 h 237764"/>
              <a:gd name="connsiteX70" fmla="*/ 61332 w 164744"/>
              <a:gd name="connsiteY70" fmla="*/ 88395 h 237764"/>
              <a:gd name="connsiteX71" fmla="*/ 56655 w 164744"/>
              <a:gd name="connsiteY71" fmla="*/ 88395 h 237764"/>
              <a:gd name="connsiteX72" fmla="*/ 55216 w 164744"/>
              <a:gd name="connsiteY72" fmla="*/ 88395 h 237764"/>
              <a:gd name="connsiteX73" fmla="*/ 42624 w 164744"/>
              <a:gd name="connsiteY73" fmla="*/ 75767 h 237764"/>
              <a:gd name="connsiteX74" fmla="*/ 55216 w 164744"/>
              <a:gd name="connsiteY74" fmla="*/ 63500 h 237764"/>
              <a:gd name="connsiteX75" fmla="*/ 67808 w 164744"/>
              <a:gd name="connsiteY75" fmla="*/ 75767 h 237764"/>
              <a:gd name="connsiteX76" fmla="*/ 67808 w 164744"/>
              <a:gd name="connsiteY76" fmla="*/ 82261 h 237764"/>
              <a:gd name="connsiteX77" fmla="*/ 78242 w 164744"/>
              <a:gd name="connsiteY77" fmla="*/ 82261 h 237764"/>
              <a:gd name="connsiteX78" fmla="*/ 78242 w 164744"/>
              <a:gd name="connsiteY78" fmla="*/ 75767 h 237764"/>
              <a:gd name="connsiteX79" fmla="*/ 90834 w 164744"/>
              <a:gd name="connsiteY79" fmla="*/ 63500 h 237764"/>
              <a:gd name="connsiteX80" fmla="*/ 103426 w 164744"/>
              <a:gd name="connsiteY80" fmla="*/ 75767 h 237764"/>
              <a:gd name="connsiteX81" fmla="*/ 90834 w 164744"/>
              <a:gd name="connsiteY81" fmla="*/ 88395 h 237764"/>
              <a:gd name="connsiteX82" fmla="*/ 84718 w 164744"/>
              <a:gd name="connsiteY82" fmla="*/ 88395 h 237764"/>
              <a:gd name="connsiteX83" fmla="*/ 84718 w 164744"/>
              <a:gd name="connsiteY83" fmla="*/ 167048 h 237764"/>
              <a:gd name="connsiteX84" fmla="*/ 91913 w 164744"/>
              <a:gd name="connsiteY84" fmla="*/ 167048 h 237764"/>
              <a:gd name="connsiteX85" fmla="*/ 125372 w 164744"/>
              <a:gd name="connsiteY85" fmla="*/ 66386 h 237764"/>
              <a:gd name="connsiteX86" fmla="*/ 118176 w 164744"/>
              <a:gd name="connsiteY86" fmla="*/ 27059 h 237764"/>
              <a:gd name="connsiteX87" fmla="*/ 72845 w 164744"/>
              <a:gd name="connsiteY87" fmla="*/ 6494 h 237764"/>
              <a:gd name="connsiteX88" fmla="*/ 150457 w 164744"/>
              <a:gd name="connsiteY88" fmla="*/ 0 h 237764"/>
              <a:gd name="connsiteX89" fmla="*/ 154028 w 164744"/>
              <a:gd name="connsiteY89" fmla="*/ 3572 h 237764"/>
              <a:gd name="connsiteX90" fmla="*/ 154028 w 164744"/>
              <a:gd name="connsiteY90" fmla="*/ 10715 h 237764"/>
              <a:gd name="connsiteX91" fmla="*/ 161172 w 164744"/>
              <a:gd name="connsiteY91" fmla="*/ 10715 h 237764"/>
              <a:gd name="connsiteX92" fmla="*/ 164744 w 164744"/>
              <a:gd name="connsiteY92" fmla="*/ 13930 h 237764"/>
              <a:gd name="connsiteX93" fmla="*/ 161172 w 164744"/>
              <a:gd name="connsiteY93" fmla="*/ 17502 h 237764"/>
              <a:gd name="connsiteX94" fmla="*/ 154028 w 164744"/>
              <a:gd name="connsiteY94" fmla="*/ 17502 h 237764"/>
              <a:gd name="connsiteX95" fmla="*/ 154028 w 164744"/>
              <a:gd name="connsiteY95" fmla="*/ 25003 h 237764"/>
              <a:gd name="connsiteX96" fmla="*/ 150457 w 164744"/>
              <a:gd name="connsiteY96" fmla="*/ 28218 h 237764"/>
              <a:gd name="connsiteX97" fmla="*/ 147242 w 164744"/>
              <a:gd name="connsiteY97" fmla="*/ 25003 h 237764"/>
              <a:gd name="connsiteX98" fmla="*/ 147242 w 164744"/>
              <a:gd name="connsiteY98" fmla="*/ 17502 h 237764"/>
              <a:gd name="connsiteX99" fmla="*/ 139741 w 164744"/>
              <a:gd name="connsiteY99" fmla="*/ 17502 h 237764"/>
              <a:gd name="connsiteX100" fmla="*/ 136526 w 164744"/>
              <a:gd name="connsiteY100" fmla="*/ 13930 h 237764"/>
              <a:gd name="connsiteX101" fmla="*/ 139741 w 164744"/>
              <a:gd name="connsiteY101" fmla="*/ 10715 h 237764"/>
              <a:gd name="connsiteX102" fmla="*/ 147242 w 164744"/>
              <a:gd name="connsiteY102" fmla="*/ 10715 h 237764"/>
              <a:gd name="connsiteX103" fmla="*/ 147242 w 164744"/>
              <a:gd name="connsiteY103" fmla="*/ 3572 h 237764"/>
              <a:gd name="connsiteX104" fmla="*/ 150457 w 164744"/>
              <a:gd name="connsiteY104" fmla="*/ 0 h 237764"/>
              <a:gd name="connsiteX105" fmla="*/ 72845 w 164744"/>
              <a:gd name="connsiteY105" fmla="*/ 0 h 237764"/>
              <a:gd name="connsiteX106" fmla="*/ 123214 w 164744"/>
              <a:gd name="connsiteY106" fmla="*/ 23091 h 237764"/>
              <a:gd name="connsiteX107" fmla="*/ 131488 w 164744"/>
              <a:gd name="connsiteY107" fmla="*/ 68190 h 237764"/>
              <a:gd name="connsiteX108" fmla="*/ 97310 w 164744"/>
              <a:gd name="connsiteY108" fmla="*/ 171378 h 237764"/>
              <a:gd name="connsiteX109" fmla="*/ 98749 w 164744"/>
              <a:gd name="connsiteY109" fmla="*/ 171378 h 237764"/>
              <a:gd name="connsiteX110" fmla="*/ 110621 w 164744"/>
              <a:gd name="connsiteY110" fmla="*/ 183284 h 237764"/>
              <a:gd name="connsiteX111" fmla="*/ 103426 w 164744"/>
              <a:gd name="connsiteY111" fmla="*/ 194108 h 237764"/>
              <a:gd name="connsiteX112" fmla="*/ 110621 w 164744"/>
              <a:gd name="connsiteY112" fmla="*/ 205654 h 237764"/>
              <a:gd name="connsiteX113" fmla="*/ 110621 w 164744"/>
              <a:gd name="connsiteY113" fmla="*/ 207818 h 237764"/>
              <a:gd name="connsiteX114" fmla="*/ 97669 w 164744"/>
              <a:gd name="connsiteY114" fmla="*/ 220807 h 237764"/>
              <a:gd name="connsiteX115" fmla="*/ 96590 w 164744"/>
              <a:gd name="connsiteY115" fmla="*/ 223333 h 237764"/>
              <a:gd name="connsiteX116" fmla="*/ 72845 w 164744"/>
              <a:gd name="connsiteY116" fmla="*/ 237764 h 237764"/>
              <a:gd name="connsiteX117" fmla="*/ 48380 w 164744"/>
              <a:gd name="connsiteY117" fmla="*/ 220807 h 237764"/>
              <a:gd name="connsiteX118" fmla="*/ 35429 w 164744"/>
              <a:gd name="connsiteY118" fmla="*/ 207818 h 237764"/>
              <a:gd name="connsiteX119" fmla="*/ 35429 w 164744"/>
              <a:gd name="connsiteY119" fmla="*/ 205654 h 237764"/>
              <a:gd name="connsiteX120" fmla="*/ 42624 w 164744"/>
              <a:gd name="connsiteY120" fmla="*/ 194108 h 237764"/>
              <a:gd name="connsiteX121" fmla="*/ 35429 w 164744"/>
              <a:gd name="connsiteY121" fmla="*/ 183284 h 237764"/>
              <a:gd name="connsiteX122" fmla="*/ 47301 w 164744"/>
              <a:gd name="connsiteY122" fmla="*/ 171378 h 237764"/>
              <a:gd name="connsiteX123" fmla="*/ 48380 w 164744"/>
              <a:gd name="connsiteY123" fmla="*/ 171378 h 237764"/>
              <a:gd name="connsiteX124" fmla="*/ 14202 w 164744"/>
              <a:gd name="connsiteY124" fmla="*/ 68551 h 237764"/>
              <a:gd name="connsiteX125" fmla="*/ 22117 w 164744"/>
              <a:gd name="connsiteY125" fmla="*/ 25616 h 237764"/>
              <a:gd name="connsiteX126" fmla="*/ 72845 w 164744"/>
              <a:gd name="connsiteY126" fmla="*/ 0 h 23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164744" h="237764">
                <a:moveTo>
                  <a:pt x="55216" y="220807"/>
                </a:moveTo>
                <a:cubicBezTo>
                  <a:pt x="58814" y="226941"/>
                  <a:pt x="65650" y="231270"/>
                  <a:pt x="72845" y="231270"/>
                </a:cubicBezTo>
                <a:cubicBezTo>
                  <a:pt x="80400" y="231270"/>
                  <a:pt x="86876" y="227301"/>
                  <a:pt x="90474" y="220807"/>
                </a:cubicBezTo>
                <a:close/>
                <a:moveTo>
                  <a:pt x="130177" y="201613"/>
                </a:moveTo>
                <a:cubicBezTo>
                  <a:pt x="131902" y="201613"/>
                  <a:pt x="133283" y="202994"/>
                  <a:pt x="133283" y="204719"/>
                </a:cubicBezTo>
                <a:lnTo>
                  <a:pt x="133283" y="206100"/>
                </a:lnTo>
                <a:lnTo>
                  <a:pt x="134663" y="206100"/>
                </a:lnTo>
                <a:cubicBezTo>
                  <a:pt x="136389" y="206100"/>
                  <a:pt x="137769" y="207480"/>
                  <a:pt x="137769" y="209206"/>
                </a:cubicBezTo>
                <a:cubicBezTo>
                  <a:pt x="137769" y="210931"/>
                  <a:pt x="136389" y="212657"/>
                  <a:pt x="134663" y="212657"/>
                </a:cubicBezTo>
                <a:lnTo>
                  <a:pt x="133283" y="212657"/>
                </a:lnTo>
                <a:lnTo>
                  <a:pt x="133283" y="214037"/>
                </a:lnTo>
                <a:cubicBezTo>
                  <a:pt x="133283" y="215763"/>
                  <a:pt x="131902" y="217143"/>
                  <a:pt x="130177" y="217143"/>
                </a:cubicBezTo>
                <a:cubicBezTo>
                  <a:pt x="128451" y="217143"/>
                  <a:pt x="126726" y="215763"/>
                  <a:pt x="126726" y="214037"/>
                </a:cubicBezTo>
                <a:lnTo>
                  <a:pt x="126726" y="212657"/>
                </a:lnTo>
                <a:lnTo>
                  <a:pt x="125345" y="212657"/>
                </a:lnTo>
                <a:cubicBezTo>
                  <a:pt x="123620" y="212657"/>
                  <a:pt x="122239" y="210931"/>
                  <a:pt x="122239" y="209206"/>
                </a:cubicBezTo>
                <a:cubicBezTo>
                  <a:pt x="122239" y="207480"/>
                  <a:pt x="123620" y="206100"/>
                  <a:pt x="125345" y="206100"/>
                </a:cubicBezTo>
                <a:lnTo>
                  <a:pt x="126726" y="206100"/>
                </a:lnTo>
                <a:lnTo>
                  <a:pt x="126726" y="204719"/>
                </a:lnTo>
                <a:cubicBezTo>
                  <a:pt x="126726" y="202994"/>
                  <a:pt x="128451" y="201613"/>
                  <a:pt x="130177" y="201613"/>
                </a:cubicBezTo>
                <a:close/>
                <a:moveTo>
                  <a:pt x="48380" y="199520"/>
                </a:moveTo>
                <a:cubicBezTo>
                  <a:pt x="45142" y="199520"/>
                  <a:pt x="42264" y="202046"/>
                  <a:pt x="42264" y="205654"/>
                </a:cubicBezTo>
                <a:lnTo>
                  <a:pt x="42264" y="207818"/>
                </a:lnTo>
                <a:cubicBezTo>
                  <a:pt x="42264" y="211426"/>
                  <a:pt x="45142" y="214313"/>
                  <a:pt x="48380" y="214313"/>
                </a:cubicBezTo>
                <a:lnTo>
                  <a:pt x="97669" y="214313"/>
                </a:lnTo>
                <a:cubicBezTo>
                  <a:pt x="100907" y="214313"/>
                  <a:pt x="104145" y="211426"/>
                  <a:pt x="104145" y="207818"/>
                </a:cubicBezTo>
                <a:lnTo>
                  <a:pt x="104145" y="205654"/>
                </a:lnTo>
                <a:cubicBezTo>
                  <a:pt x="104145" y="202046"/>
                  <a:pt x="100907" y="199520"/>
                  <a:pt x="97669" y="199520"/>
                </a:cubicBezTo>
                <a:close/>
                <a:moveTo>
                  <a:pt x="47301" y="177872"/>
                </a:moveTo>
                <a:cubicBezTo>
                  <a:pt x="44423" y="177872"/>
                  <a:pt x="42264" y="180397"/>
                  <a:pt x="42264" y="183284"/>
                </a:cubicBezTo>
                <a:cubicBezTo>
                  <a:pt x="42264" y="186170"/>
                  <a:pt x="44423" y="188696"/>
                  <a:pt x="47301" y="188696"/>
                </a:cubicBezTo>
                <a:lnTo>
                  <a:pt x="98749" y="188696"/>
                </a:lnTo>
                <a:cubicBezTo>
                  <a:pt x="101627" y="188696"/>
                  <a:pt x="104145" y="186170"/>
                  <a:pt x="104145" y="183284"/>
                </a:cubicBezTo>
                <a:cubicBezTo>
                  <a:pt x="104145" y="180397"/>
                  <a:pt x="101627" y="177872"/>
                  <a:pt x="98749" y="177872"/>
                </a:cubicBezTo>
                <a:close/>
                <a:moveTo>
                  <a:pt x="10319" y="144463"/>
                </a:moveTo>
                <a:cubicBezTo>
                  <a:pt x="12098" y="144463"/>
                  <a:pt x="13521" y="145886"/>
                  <a:pt x="13521" y="148021"/>
                </a:cubicBezTo>
                <a:lnTo>
                  <a:pt x="13521" y="151223"/>
                </a:lnTo>
                <a:lnTo>
                  <a:pt x="17080" y="151223"/>
                </a:lnTo>
                <a:cubicBezTo>
                  <a:pt x="19215" y="151223"/>
                  <a:pt x="20282" y="153002"/>
                  <a:pt x="20282" y="154781"/>
                </a:cubicBezTo>
                <a:cubicBezTo>
                  <a:pt x="20282" y="156560"/>
                  <a:pt x="19215" y="157984"/>
                  <a:pt x="17080" y="157984"/>
                </a:cubicBezTo>
                <a:lnTo>
                  <a:pt x="13521" y="157984"/>
                </a:lnTo>
                <a:lnTo>
                  <a:pt x="13521" y="161542"/>
                </a:lnTo>
                <a:cubicBezTo>
                  <a:pt x="13521" y="163321"/>
                  <a:pt x="12098" y="164744"/>
                  <a:pt x="10319" y="164744"/>
                </a:cubicBezTo>
                <a:cubicBezTo>
                  <a:pt x="8540" y="164744"/>
                  <a:pt x="7116" y="163321"/>
                  <a:pt x="7116" y="161542"/>
                </a:cubicBezTo>
                <a:lnTo>
                  <a:pt x="7116" y="157984"/>
                </a:lnTo>
                <a:lnTo>
                  <a:pt x="3558" y="157984"/>
                </a:lnTo>
                <a:cubicBezTo>
                  <a:pt x="1423" y="157984"/>
                  <a:pt x="0" y="156560"/>
                  <a:pt x="0" y="154781"/>
                </a:cubicBezTo>
                <a:cubicBezTo>
                  <a:pt x="0" y="153002"/>
                  <a:pt x="1423" y="151223"/>
                  <a:pt x="3558" y="151223"/>
                </a:cubicBezTo>
                <a:lnTo>
                  <a:pt x="7116" y="151223"/>
                </a:lnTo>
                <a:lnTo>
                  <a:pt x="7116" y="148021"/>
                </a:lnTo>
                <a:cubicBezTo>
                  <a:pt x="7116" y="145886"/>
                  <a:pt x="8540" y="144463"/>
                  <a:pt x="10319" y="144463"/>
                </a:cubicBezTo>
                <a:close/>
                <a:moveTo>
                  <a:pt x="67808" y="88395"/>
                </a:moveTo>
                <a:lnTo>
                  <a:pt x="67808" y="167048"/>
                </a:lnTo>
                <a:lnTo>
                  <a:pt x="78242" y="167048"/>
                </a:lnTo>
                <a:lnTo>
                  <a:pt x="78242" y="88395"/>
                </a:lnTo>
                <a:close/>
                <a:moveTo>
                  <a:pt x="90834" y="69633"/>
                </a:moveTo>
                <a:cubicBezTo>
                  <a:pt x="87596" y="69633"/>
                  <a:pt x="84718" y="72880"/>
                  <a:pt x="84718" y="75767"/>
                </a:cubicBezTo>
                <a:cubicBezTo>
                  <a:pt x="84718" y="79375"/>
                  <a:pt x="87596" y="82261"/>
                  <a:pt x="90834" y="82261"/>
                </a:cubicBezTo>
                <a:cubicBezTo>
                  <a:pt x="94431" y="82261"/>
                  <a:pt x="96950" y="79375"/>
                  <a:pt x="96950" y="75767"/>
                </a:cubicBezTo>
                <a:cubicBezTo>
                  <a:pt x="96950" y="72880"/>
                  <a:pt x="94431" y="69633"/>
                  <a:pt x="90834" y="69633"/>
                </a:cubicBezTo>
                <a:close/>
                <a:moveTo>
                  <a:pt x="55216" y="69633"/>
                </a:moveTo>
                <a:cubicBezTo>
                  <a:pt x="51618" y="69633"/>
                  <a:pt x="49100" y="72880"/>
                  <a:pt x="49100" y="75767"/>
                </a:cubicBezTo>
                <a:cubicBezTo>
                  <a:pt x="49100" y="79375"/>
                  <a:pt x="51618" y="82261"/>
                  <a:pt x="55216" y="82261"/>
                </a:cubicBezTo>
                <a:cubicBezTo>
                  <a:pt x="58454" y="82261"/>
                  <a:pt x="61332" y="79375"/>
                  <a:pt x="61332" y="75767"/>
                </a:cubicBezTo>
                <a:cubicBezTo>
                  <a:pt x="61332" y="72880"/>
                  <a:pt x="58454" y="69633"/>
                  <a:pt x="55216" y="69633"/>
                </a:cubicBezTo>
                <a:close/>
                <a:moveTo>
                  <a:pt x="72845" y="6494"/>
                </a:moveTo>
                <a:cubicBezTo>
                  <a:pt x="54856" y="6494"/>
                  <a:pt x="37587" y="14792"/>
                  <a:pt x="27514" y="29224"/>
                </a:cubicBezTo>
                <a:cubicBezTo>
                  <a:pt x="18879" y="40770"/>
                  <a:pt x="16361" y="54480"/>
                  <a:pt x="20678" y="66386"/>
                </a:cubicBezTo>
                <a:cubicBezTo>
                  <a:pt x="31831" y="100301"/>
                  <a:pt x="50179" y="155142"/>
                  <a:pt x="54137" y="167048"/>
                </a:cubicBezTo>
                <a:lnTo>
                  <a:pt x="61332" y="167048"/>
                </a:lnTo>
                <a:lnTo>
                  <a:pt x="61332" y="88395"/>
                </a:lnTo>
                <a:lnTo>
                  <a:pt x="56655" y="88395"/>
                </a:lnTo>
                <a:cubicBezTo>
                  <a:pt x="55936" y="88395"/>
                  <a:pt x="55576" y="88395"/>
                  <a:pt x="55216" y="88395"/>
                </a:cubicBezTo>
                <a:cubicBezTo>
                  <a:pt x="48021" y="88395"/>
                  <a:pt x="42624" y="82983"/>
                  <a:pt x="42624" y="75767"/>
                </a:cubicBezTo>
                <a:cubicBezTo>
                  <a:pt x="42624" y="68912"/>
                  <a:pt x="48021" y="63500"/>
                  <a:pt x="55216" y="63500"/>
                </a:cubicBezTo>
                <a:cubicBezTo>
                  <a:pt x="62052" y="63500"/>
                  <a:pt x="67808" y="68912"/>
                  <a:pt x="67808" y="75767"/>
                </a:cubicBezTo>
                <a:lnTo>
                  <a:pt x="67808" y="82261"/>
                </a:lnTo>
                <a:lnTo>
                  <a:pt x="78242" y="82261"/>
                </a:lnTo>
                <a:lnTo>
                  <a:pt x="78242" y="75767"/>
                </a:lnTo>
                <a:cubicBezTo>
                  <a:pt x="78242" y="68912"/>
                  <a:pt x="83998" y="63500"/>
                  <a:pt x="90834" y="63500"/>
                </a:cubicBezTo>
                <a:cubicBezTo>
                  <a:pt x="97669" y="63500"/>
                  <a:pt x="103426" y="68912"/>
                  <a:pt x="103426" y="75767"/>
                </a:cubicBezTo>
                <a:cubicBezTo>
                  <a:pt x="103426" y="82983"/>
                  <a:pt x="97669" y="88395"/>
                  <a:pt x="90834" y="88395"/>
                </a:cubicBezTo>
                <a:lnTo>
                  <a:pt x="84718" y="88395"/>
                </a:lnTo>
                <a:lnTo>
                  <a:pt x="84718" y="167048"/>
                </a:lnTo>
                <a:lnTo>
                  <a:pt x="91913" y="167048"/>
                </a:lnTo>
                <a:cubicBezTo>
                  <a:pt x="96230" y="155503"/>
                  <a:pt x="115298" y="100301"/>
                  <a:pt x="125372" y="66386"/>
                </a:cubicBezTo>
                <a:cubicBezTo>
                  <a:pt x="129330" y="53037"/>
                  <a:pt x="126452" y="38244"/>
                  <a:pt x="118176" y="27059"/>
                </a:cubicBezTo>
                <a:cubicBezTo>
                  <a:pt x="108103" y="13710"/>
                  <a:pt x="91913" y="6494"/>
                  <a:pt x="72845" y="6494"/>
                </a:cubicBezTo>
                <a:close/>
                <a:moveTo>
                  <a:pt x="150457" y="0"/>
                </a:moveTo>
                <a:cubicBezTo>
                  <a:pt x="152242" y="0"/>
                  <a:pt x="154028" y="1786"/>
                  <a:pt x="154028" y="3572"/>
                </a:cubicBezTo>
                <a:lnTo>
                  <a:pt x="154028" y="10715"/>
                </a:lnTo>
                <a:lnTo>
                  <a:pt x="161172" y="10715"/>
                </a:lnTo>
                <a:cubicBezTo>
                  <a:pt x="162958" y="10715"/>
                  <a:pt x="164744" y="12501"/>
                  <a:pt x="164744" y="13930"/>
                </a:cubicBezTo>
                <a:cubicBezTo>
                  <a:pt x="164744" y="16073"/>
                  <a:pt x="162958" y="17502"/>
                  <a:pt x="161172" y="17502"/>
                </a:cubicBezTo>
                <a:lnTo>
                  <a:pt x="154028" y="17502"/>
                </a:lnTo>
                <a:lnTo>
                  <a:pt x="154028" y="25003"/>
                </a:lnTo>
                <a:cubicBezTo>
                  <a:pt x="154028" y="26789"/>
                  <a:pt x="152242" y="28218"/>
                  <a:pt x="150457" y="28218"/>
                </a:cubicBezTo>
                <a:cubicBezTo>
                  <a:pt x="148671" y="28218"/>
                  <a:pt x="147242" y="26789"/>
                  <a:pt x="147242" y="25003"/>
                </a:cubicBezTo>
                <a:lnTo>
                  <a:pt x="147242" y="17502"/>
                </a:lnTo>
                <a:lnTo>
                  <a:pt x="139741" y="17502"/>
                </a:lnTo>
                <a:cubicBezTo>
                  <a:pt x="137955" y="17502"/>
                  <a:pt x="136526" y="16073"/>
                  <a:pt x="136526" y="13930"/>
                </a:cubicBezTo>
                <a:cubicBezTo>
                  <a:pt x="136526" y="12501"/>
                  <a:pt x="137955" y="10715"/>
                  <a:pt x="139741" y="10715"/>
                </a:cubicBezTo>
                <a:lnTo>
                  <a:pt x="147242" y="10715"/>
                </a:lnTo>
                <a:lnTo>
                  <a:pt x="147242" y="3572"/>
                </a:lnTo>
                <a:cubicBezTo>
                  <a:pt x="147242" y="1786"/>
                  <a:pt x="148671" y="0"/>
                  <a:pt x="150457" y="0"/>
                </a:cubicBezTo>
                <a:close/>
                <a:moveTo>
                  <a:pt x="72845" y="0"/>
                </a:moveTo>
                <a:cubicBezTo>
                  <a:pt x="94431" y="0"/>
                  <a:pt x="112060" y="7937"/>
                  <a:pt x="123214" y="23091"/>
                </a:cubicBezTo>
                <a:cubicBezTo>
                  <a:pt x="132928" y="36079"/>
                  <a:pt x="136165" y="53037"/>
                  <a:pt x="131488" y="68190"/>
                </a:cubicBezTo>
                <a:cubicBezTo>
                  <a:pt x="120695" y="106074"/>
                  <a:pt x="98389" y="168852"/>
                  <a:pt x="97310" y="171378"/>
                </a:cubicBezTo>
                <a:lnTo>
                  <a:pt x="98749" y="171378"/>
                </a:lnTo>
                <a:cubicBezTo>
                  <a:pt x="105224" y="171378"/>
                  <a:pt x="110621" y="176790"/>
                  <a:pt x="110621" y="183284"/>
                </a:cubicBezTo>
                <a:cubicBezTo>
                  <a:pt x="110621" y="187974"/>
                  <a:pt x="107383" y="192304"/>
                  <a:pt x="103426" y="194108"/>
                </a:cubicBezTo>
                <a:cubicBezTo>
                  <a:pt x="107383" y="196272"/>
                  <a:pt x="110621" y="200602"/>
                  <a:pt x="110621" y="205654"/>
                </a:cubicBezTo>
                <a:lnTo>
                  <a:pt x="110621" y="207818"/>
                </a:lnTo>
                <a:cubicBezTo>
                  <a:pt x="110621" y="215034"/>
                  <a:pt x="104865" y="220807"/>
                  <a:pt x="97669" y="220807"/>
                </a:cubicBezTo>
                <a:cubicBezTo>
                  <a:pt x="97669" y="221529"/>
                  <a:pt x="96950" y="222611"/>
                  <a:pt x="96590" y="223333"/>
                </a:cubicBezTo>
                <a:cubicBezTo>
                  <a:pt x="91913" y="232353"/>
                  <a:pt x="82919" y="237764"/>
                  <a:pt x="72845" y="237764"/>
                </a:cubicBezTo>
                <a:cubicBezTo>
                  <a:pt x="62052" y="237764"/>
                  <a:pt x="51978" y="230909"/>
                  <a:pt x="48380" y="220807"/>
                </a:cubicBezTo>
                <a:cubicBezTo>
                  <a:pt x="41185" y="220807"/>
                  <a:pt x="35429" y="215034"/>
                  <a:pt x="35429" y="207818"/>
                </a:cubicBezTo>
                <a:lnTo>
                  <a:pt x="35429" y="205654"/>
                </a:lnTo>
                <a:cubicBezTo>
                  <a:pt x="35429" y="200602"/>
                  <a:pt x="38307" y="196272"/>
                  <a:pt x="42624" y="194108"/>
                </a:cubicBezTo>
                <a:cubicBezTo>
                  <a:pt x="38667" y="192304"/>
                  <a:pt x="35429" y="187974"/>
                  <a:pt x="35429" y="183284"/>
                </a:cubicBezTo>
                <a:cubicBezTo>
                  <a:pt x="35429" y="176790"/>
                  <a:pt x="40825" y="171378"/>
                  <a:pt x="47301" y="171378"/>
                </a:cubicBezTo>
                <a:lnTo>
                  <a:pt x="48380" y="171378"/>
                </a:lnTo>
                <a:cubicBezTo>
                  <a:pt x="48021" y="169934"/>
                  <a:pt x="26794" y="106434"/>
                  <a:pt x="14202" y="68551"/>
                </a:cubicBezTo>
                <a:cubicBezTo>
                  <a:pt x="9525" y="54480"/>
                  <a:pt x="12403" y="38966"/>
                  <a:pt x="22117" y="25616"/>
                </a:cubicBezTo>
                <a:cubicBezTo>
                  <a:pt x="33630" y="9380"/>
                  <a:pt x="52698" y="0"/>
                  <a:pt x="72845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4"/>
            </a:solidFill>
          </a:ln>
          <a:effectLst/>
        </p:spPr>
        <p:txBody>
          <a:bodyPr wrap="square" anchor="ctr">
            <a:noAutofit/>
          </a:bodyPr>
          <a:lstStyle/>
          <a:p>
            <a:endParaRPr lang="en-US" sz="2105" dirty="0">
              <a:latin typeface="Oswa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9901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71DD015-1613-0ECA-6734-132E947CD75A}"/>
              </a:ext>
            </a:extLst>
          </p:cNvPr>
          <p:cNvCxnSpPr>
            <a:cxnSpLocks/>
          </p:cNvCxnSpPr>
          <p:nvPr/>
        </p:nvCxnSpPr>
        <p:spPr>
          <a:xfrm>
            <a:off x="8386954" y="6289207"/>
            <a:ext cx="20480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reeform 389">
            <a:extLst>
              <a:ext uri="{FF2B5EF4-FFF2-40B4-BE49-F238E27FC236}">
                <a16:creationId xmlns:a16="http://schemas.microsoft.com/office/drawing/2014/main" id="{BF7474E1-3E77-18D7-FBCA-238CB40A411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345595" y="6415715"/>
            <a:ext cx="1729961" cy="2804721"/>
          </a:xfrm>
          <a:custGeom>
            <a:avLst/>
            <a:gdLst>
              <a:gd name="T0" fmla="*/ 0 w 3444"/>
              <a:gd name="T1" fmla="*/ 3165 h 3166"/>
              <a:gd name="T2" fmla="*/ 935 w 3444"/>
              <a:gd name="T3" fmla="*/ 3165 h 3166"/>
              <a:gd name="T4" fmla="*/ 1717 w 3444"/>
              <a:gd name="T5" fmla="*/ 1528 h 3166"/>
              <a:gd name="T6" fmla="*/ 3443 w 3444"/>
              <a:gd name="T7" fmla="*/ 0 h 3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44" h="3166">
                <a:moveTo>
                  <a:pt x="0" y="3165"/>
                </a:moveTo>
                <a:lnTo>
                  <a:pt x="935" y="3165"/>
                </a:lnTo>
                <a:lnTo>
                  <a:pt x="1717" y="1528"/>
                </a:lnTo>
                <a:lnTo>
                  <a:pt x="3443" y="0"/>
                </a:lnTo>
              </a:path>
            </a:pathLst>
          </a:custGeom>
          <a:noFill/>
          <a:ln w="12700" cap="flat">
            <a:solidFill>
              <a:schemeClr val="accent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26" name="Freeform 384">
            <a:extLst>
              <a:ext uri="{FF2B5EF4-FFF2-40B4-BE49-F238E27FC236}">
                <a16:creationId xmlns:a16="http://schemas.microsoft.com/office/drawing/2014/main" id="{CCD7D227-C4EF-2B4A-9BE4-EBA0E1E64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9155" y="3548942"/>
            <a:ext cx="498389" cy="5480531"/>
          </a:xfrm>
          <a:custGeom>
            <a:avLst/>
            <a:gdLst>
              <a:gd name="T0" fmla="*/ 0 w 994"/>
              <a:gd name="T1" fmla="*/ 6188 h 6189"/>
              <a:gd name="T2" fmla="*/ 0 w 994"/>
              <a:gd name="T3" fmla="*/ 6188 h 6189"/>
              <a:gd name="T4" fmla="*/ 0 w 994"/>
              <a:gd name="T5" fmla="*/ 0 h 6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94" h="6189">
                <a:moveTo>
                  <a:pt x="0" y="6188"/>
                </a:moveTo>
                <a:lnTo>
                  <a:pt x="0" y="6188"/>
                </a:lnTo>
                <a:cubicBezTo>
                  <a:pt x="993" y="4250"/>
                  <a:pt x="993" y="1938"/>
                  <a:pt x="0" y="0"/>
                </a:cubicBezTo>
              </a:path>
            </a:pathLst>
          </a:custGeom>
          <a:noFill/>
          <a:ln w="38100" cap="flat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28" name="Freeform 386">
            <a:extLst>
              <a:ext uri="{FF2B5EF4-FFF2-40B4-BE49-F238E27FC236}">
                <a16:creationId xmlns:a16="http://schemas.microsoft.com/office/drawing/2014/main" id="{75372D36-DFCE-C241-82C1-F0298BF5A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3135" y="4513796"/>
            <a:ext cx="221506" cy="390630"/>
          </a:xfrm>
          <a:custGeom>
            <a:avLst/>
            <a:gdLst>
              <a:gd name="T0" fmla="*/ 441 w 442"/>
              <a:gd name="T1" fmla="*/ 221 h 442"/>
              <a:gd name="T2" fmla="*/ 441 w 442"/>
              <a:gd name="T3" fmla="*/ 221 h 442"/>
              <a:gd name="T4" fmla="*/ 221 w 442"/>
              <a:gd name="T5" fmla="*/ 441 h 442"/>
              <a:gd name="T6" fmla="*/ 221 w 442"/>
              <a:gd name="T7" fmla="*/ 441 h 442"/>
              <a:gd name="T8" fmla="*/ 0 w 442"/>
              <a:gd name="T9" fmla="*/ 221 h 442"/>
              <a:gd name="T10" fmla="*/ 0 w 442"/>
              <a:gd name="T11" fmla="*/ 221 h 442"/>
              <a:gd name="T12" fmla="*/ 221 w 442"/>
              <a:gd name="T13" fmla="*/ 0 h 442"/>
              <a:gd name="T14" fmla="*/ 221 w 442"/>
              <a:gd name="T15" fmla="*/ 0 h 442"/>
              <a:gd name="T16" fmla="*/ 441 w 442"/>
              <a:gd name="T17" fmla="*/ 221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2" h="442">
                <a:moveTo>
                  <a:pt x="441" y="221"/>
                </a:moveTo>
                <a:lnTo>
                  <a:pt x="441" y="221"/>
                </a:lnTo>
                <a:cubicBezTo>
                  <a:pt x="441" y="343"/>
                  <a:pt x="343" y="441"/>
                  <a:pt x="221" y="441"/>
                </a:cubicBezTo>
                <a:lnTo>
                  <a:pt x="221" y="441"/>
                </a:lnTo>
                <a:cubicBezTo>
                  <a:pt x="99" y="441"/>
                  <a:pt x="0" y="343"/>
                  <a:pt x="0" y="221"/>
                </a:cubicBezTo>
                <a:lnTo>
                  <a:pt x="0" y="221"/>
                </a:lnTo>
                <a:cubicBezTo>
                  <a:pt x="0" y="100"/>
                  <a:pt x="99" y="0"/>
                  <a:pt x="221" y="0"/>
                </a:cubicBezTo>
                <a:lnTo>
                  <a:pt x="221" y="0"/>
                </a:lnTo>
                <a:cubicBezTo>
                  <a:pt x="343" y="0"/>
                  <a:pt x="441" y="100"/>
                  <a:pt x="441" y="221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29" name="Freeform 387">
            <a:extLst>
              <a:ext uri="{FF2B5EF4-FFF2-40B4-BE49-F238E27FC236}">
                <a16:creationId xmlns:a16="http://schemas.microsoft.com/office/drawing/2014/main" id="{66E7FBB8-7E3F-AF4F-8ABB-B1C750840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3662" y="7562651"/>
            <a:ext cx="221506" cy="390630"/>
          </a:xfrm>
          <a:custGeom>
            <a:avLst/>
            <a:gdLst>
              <a:gd name="T0" fmla="*/ 440 w 441"/>
              <a:gd name="T1" fmla="*/ 220 h 442"/>
              <a:gd name="T2" fmla="*/ 440 w 441"/>
              <a:gd name="T3" fmla="*/ 220 h 442"/>
              <a:gd name="T4" fmla="*/ 220 w 441"/>
              <a:gd name="T5" fmla="*/ 441 h 442"/>
              <a:gd name="T6" fmla="*/ 220 w 441"/>
              <a:gd name="T7" fmla="*/ 441 h 442"/>
              <a:gd name="T8" fmla="*/ 0 w 441"/>
              <a:gd name="T9" fmla="*/ 220 h 442"/>
              <a:gd name="T10" fmla="*/ 0 w 441"/>
              <a:gd name="T11" fmla="*/ 220 h 442"/>
              <a:gd name="T12" fmla="*/ 220 w 441"/>
              <a:gd name="T13" fmla="*/ 0 h 442"/>
              <a:gd name="T14" fmla="*/ 220 w 441"/>
              <a:gd name="T15" fmla="*/ 0 h 442"/>
              <a:gd name="T16" fmla="*/ 440 w 441"/>
              <a:gd name="T17" fmla="*/ 220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1" h="442">
                <a:moveTo>
                  <a:pt x="440" y="220"/>
                </a:moveTo>
                <a:lnTo>
                  <a:pt x="440" y="220"/>
                </a:lnTo>
                <a:cubicBezTo>
                  <a:pt x="440" y="342"/>
                  <a:pt x="342" y="441"/>
                  <a:pt x="220" y="441"/>
                </a:cubicBezTo>
                <a:lnTo>
                  <a:pt x="220" y="441"/>
                </a:lnTo>
                <a:cubicBezTo>
                  <a:pt x="98" y="441"/>
                  <a:pt x="0" y="342"/>
                  <a:pt x="0" y="220"/>
                </a:cubicBezTo>
                <a:lnTo>
                  <a:pt x="0" y="220"/>
                </a:lnTo>
                <a:cubicBezTo>
                  <a:pt x="0" y="98"/>
                  <a:pt x="98" y="0"/>
                  <a:pt x="220" y="0"/>
                </a:cubicBezTo>
                <a:lnTo>
                  <a:pt x="220" y="0"/>
                </a:lnTo>
                <a:cubicBezTo>
                  <a:pt x="342" y="0"/>
                  <a:pt x="440" y="98"/>
                  <a:pt x="440" y="22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30" name="Freeform 388">
            <a:extLst>
              <a:ext uri="{FF2B5EF4-FFF2-40B4-BE49-F238E27FC236}">
                <a16:creationId xmlns:a16="http://schemas.microsoft.com/office/drawing/2014/main" id="{D1E62BF7-5043-BB44-B771-AABC6FF50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9398" y="6144254"/>
            <a:ext cx="221506" cy="390630"/>
          </a:xfrm>
          <a:custGeom>
            <a:avLst/>
            <a:gdLst>
              <a:gd name="T0" fmla="*/ 440 w 441"/>
              <a:gd name="T1" fmla="*/ 220 h 441"/>
              <a:gd name="T2" fmla="*/ 440 w 441"/>
              <a:gd name="T3" fmla="*/ 220 h 441"/>
              <a:gd name="T4" fmla="*/ 220 w 441"/>
              <a:gd name="T5" fmla="*/ 440 h 441"/>
              <a:gd name="T6" fmla="*/ 220 w 441"/>
              <a:gd name="T7" fmla="*/ 440 h 441"/>
              <a:gd name="T8" fmla="*/ 0 w 441"/>
              <a:gd name="T9" fmla="*/ 220 h 441"/>
              <a:gd name="T10" fmla="*/ 0 w 441"/>
              <a:gd name="T11" fmla="*/ 220 h 441"/>
              <a:gd name="T12" fmla="*/ 220 w 441"/>
              <a:gd name="T13" fmla="*/ 0 h 441"/>
              <a:gd name="T14" fmla="*/ 220 w 441"/>
              <a:gd name="T15" fmla="*/ 0 h 441"/>
              <a:gd name="T16" fmla="*/ 440 w 441"/>
              <a:gd name="T17" fmla="*/ 220 h 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1" h="441">
                <a:moveTo>
                  <a:pt x="440" y="220"/>
                </a:moveTo>
                <a:lnTo>
                  <a:pt x="440" y="220"/>
                </a:lnTo>
                <a:cubicBezTo>
                  <a:pt x="440" y="342"/>
                  <a:pt x="342" y="440"/>
                  <a:pt x="220" y="440"/>
                </a:cubicBezTo>
                <a:lnTo>
                  <a:pt x="220" y="440"/>
                </a:lnTo>
                <a:cubicBezTo>
                  <a:pt x="98" y="440"/>
                  <a:pt x="0" y="342"/>
                  <a:pt x="0" y="220"/>
                </a:cubicBezTo>
                <a:lnTo>
                  <a:pt x="0" y="220"/>
                </a:lnTo>
                <a:cubicBezTo>
                  <a:pt x="0" y="98"/>
                  <a:pt x="98" y="0"/>
                  <a:pt x="220" y="0"/>
                </a:cubicBezTo>
                <a:lnTo>
                  <a:pt x="220" y="0"/>
                </a:lnTo>
                <a:cubicBezTo>
                  <a:pt x="342" y="0"/>
                  <a:pt x="440" y="98"/>
                  <a:pt x="440" y="22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31" name="Freeform 389">
            <a:extLst>
              <a:ext uri="{FF2B5EF4-FFF2-40B4-BE49-F238E27FC236}">
                <a16:creationId xmlns:a16="http://schemas.microsoft.com/office/drawing/2014/main" id="{DF2199D2-CA96-234A-A81D-6C4B1D6AD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2230" y="3353633"/>
            <a:ext cx="1729961" cy="2804721"/>
          </a:xfrm>
          <a:custGeom>
            <a:avLst/>
            <a:gdLst>
              <a:gd name="T0" fmla="*/ 0 w 3444"/>
              <a:gd name="T1" fmla="*/ 3165 h 3166"/>
              <a:gd name="T2" fmla="*/ 935 w 3444"/>
              <a:gd name="T3" fmla="*/ 3165 h 3166"/>
              <a:gd name="T4" fmla="*/ 1717 w 3444"/>
              <a:gd name="T5" fmla="*/ 1528 h 3166"/>
              <a:gd name="T6" fmla="*/ 3443 w 3444"/>
              <a:gd name="T7" fmla="*/ 0 h 3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44" h="3166">
                <a:moveTo>
                  <a:pt x="0" y="3165"/>
                </a:moveTo>
                <a:lnTo>
                  <a:pt x="935" y="3165"/>
                </a:lnTo>
                <a:lnTo>
                  <a:pt x="1717" y="1528"/>
                </a:lnTo>
                <a:lnTo>
                  <a:pt x="3443" y="0"/>
                </a:lnTo>
              </a:path>
            </a:pathLst>
          </a:custGeom>
          <a:noFill/>
          <a:ln w="12700" cap="flat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14" name="Freeform 69">
            <a:extLst>
              <a:ext uri="{FF2B5EF4-FFF2-40B4-BE49-F238E27FC236}">
                <a16:creationId xmlns:a16="http://schemas.microsoft.com/office/drawing/2014/main" id="{F29EC085-FF80-CA4E-8772-DE8E99D62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676" y="2322207"/>
            <a:ext cx="3993244" cy="170912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8100" cap="flat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15" name="Freeform 70">
            <a:extLst>
              <a:ext uri="{FF2B5EF4-FFF2-40B4-BE49-F238E27FC236}">
                <a16:creationId xmlns:a16="http://schemas.microsoft.com/office/drawing/2014/main" id="{246A8166-14CF-B647-B75E-33A3A016C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6195" y="2550405"/>
            <a:ext cx="928606" cy="1253637"/>
          </a:xfrm>
          <a:custGeom>
            <a:avLst/>
            <a:gdLst>
              <a:gd name="T0" fmla="*/ 1325 w 1326"/>
              <a:gd name="T1" fmla="*/ 662 h 1325"/>
              <a:gd name="T2" fmla="*/ 1325 w 1326"/>
              <a:gd name="T3" fmla="*/ 662 h 1325"/>
              <a:gd name="T4" fmla="*/ 663 w 1326"/>
              <a:gd name="T5" fmla="*/ 1324 h 1325"/>
              <a:gd name="T6" fmla="*/ 663 w 1326"/>
              <a:gd name="T7" fmla="*/ 1324 h 1325"/>
              <a:gd name="T8" fmla="*/ 0 w 1326"/>
              <a:gd name="T9" fmla="*/ 662 h 1325"/>
              <a:gd name="T10" fmla="*/ 0 w 1326"/>
              <a:gd name="T11" fmla="*/ 662 h 1325"/>
              <a:gd name="T12" fmla="*/ 663 w 1326"/>
              <a:gd name="T13" fmla="*/ 0 h 1325"/>
              <a:gd name="T14" fmla="*/ 663 w 1326"/>
              <a:gd name="T15" fmla="*/ 0 h 1325"/>
              <a:gd name="T16" fmla="*/ 1325 w 1326"/>
              <a:gd name="T17" fmla="*/ 662 h 1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6" h="1325">
                <a:moveTo>
                  <a:pt x="1325" y="662"/>
                </a:moveTo>
                <a:lnTo>
                  <a:pt x="1325" y="662"/>
                </a:lnTo>
                <a:cubicBezTo>
                  <a:pt x="1325" y="1028"/>
                  <a:pt x="1029" y="1324"/>
                  <a:pt x="663" y="1324"/>
                </a:cubicBezTo>
                <a:lnTo>
                  <a:pt x="663" y="1324"/>
                </a:lnTo>
                <a:cubicBezTo>
                  <a:pt x="297" y="1324"/>
                  <a:pt x="0" y="1028"/>
                  <a:pt x="0" y="662"/>
                </a:cubicBezTo>
                <a:lnTo>
                  <a:pt x="0" y="662"/>
                </a:lnTo>
                <a:cubicBezTo>
                  <a:pt x="0" y="296"/>
                  <a:pt x="297" y="0"/>
                  <a:pt x="663" y="0"/>
                </a:cubicBezTo>
                <a:lnTo>
                  <a:pt x="663" y="0"/>
                </a:lnTo>
                <a:cubicBezTo>
                  <a:pt x="1029" y="0"/>
                  <a:pt x="1325" y="296"/>
                  <a:pt x="1325" y="66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17" name="Freeform 80">
            <a:extLst>
              <a:ext uri="{FF2B5EF4-FFF2-40B4-BE49-F238E27FC236}">
                <a16:creationId xmlns:a16="http://schemas.microsoft.com/office/drawing/2014/main" id="{091A7B55-11ED-B04A-AD9F-591874902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1372" y="5499823"/>
            <a:ext cx="3993244" cy="170912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8100" cap="flat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18" name="Freeform 81">
            <a:extLst>
              <a:ext uri="{FF2B5EF4-FFF2-40B4-BE49-F238E27FC236}">
                <a16:creationId xmlns:a16="http://schemas.microsoft.com/office/drawing/2014/main" id="{2C5CC6C1-360D-2541-BCFC-C85DC3D6E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9687" y="8604838"/>
            <a:ext cx="3993244" cy="170912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8100" cap="flat">
            <a:solidFill>
              <a:schemeClr val="accent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20" name="Freeform 154">
            <a:extLst>
              <a:ext uri="{FF2B5EF4-FFF2-40B4-BE49-F238E27FC236}">
                <a16:creationId xmlns:a16="http://schemas.microsoft.com/office/drawing/2014/main" id="{E1D12AFC-525D-FD4B-AA17-29397FF89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9399" y="5742592"/>
            <a:ext cx="889540" cy="1253637"/>
          </a:xfrm>
          <a:custGeom>
            <a:avLst/>
            <a:gdLst>
              <a:gd name="T0" fmla="*/ 1324 w 1325"/>
              <a:gd name="T1" fmla="*/ 662 h 1325"/>
              <a:gd name="T2" fmla="*/ 1324 w 1325"/>
              <a:gd name="T3" fmla="*/ 662 h 1325"/>
              <a:gd name="T4" fmla="*/ 662 w 1325"/>
              <a:gd name="T5" fmla="*/ 1324 h 1325"/>
              <a:gd name="T6" fmla="*/ 662 w 1325"/>
              <a:gd name="T7" fmla="*/ 1324 h 1325"/>
              <a:gd name="T8" fmla="*/ 0 w 1325"/>
              <a:gd name="T9" fmla="*/ 662 h 1325"/>
              <a:gd name="T10" fmla="*/ 0 w 1325"/>
              <a:gd name="T11" fmla="*/ 662 h 1325"/>
              <a:gd name="T12" fmla="*/ 662 w 1325"/>
              <a:gd name="T13" fmla="*/ 0 h 1325"/>
              <a:gd name="T14" fmla="*/ 662 w 1325"/>
              <a:gd name="T15" fmla="*/ 0 h 1325"/>
              <a:gd name="T16" fmla="*/ 1324 w 1325"/>
              <a:gd name="T17" fmla="*/ 662 h 1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5" h="1325">
                <a:moveTo>
                  <a:pt x="1324" y="662"/>
                </a:moveTo>
                <a:lnTo>
                  <a:pt x="1324" y="662"/>
                </a:lnTo>
                <a:cubicBezTo>
                  <a:pt x="1324" y="1028"/>
                  <a:pt x="1028" y="1324"/>
                  <a:pt x="662" y="1324"/>
                </a:cubicBezTo>
                <a:lnTo>
                  <a:pt x="662" y="1324"/>
                </a:lnTo>
                <a:cubicBezTo>
                  <a:pt x="296" y="1324"/>
                  <a:pt x="0" y="1028"/>
                  <a:pt x="0" y="662"/>
                </a:cubicBezTo>
                <a:lnTo>
                  <a:pt x="0" y="662"/>
                </a:lnTo>
                <a:cubicBezTo>
                  <a:pt x="0" y="297"/>
                  <a:pt x="296" y="0"/>
                  <a:pt x="662" y="0"/>
                </a:cubicBezTo>
                <a:lnTo>
                  <a:pt x="662" y="0"/>
                </a:lnTo>
                <a:cubicBezTo>
                  <a:pt x="1028" y="0"/>
                  <a:pt x="1324" y="297"/>
                  <a:pt x="1324" y="662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22" name="Freeform 158">
            <a:extLst>
              <a:ext uri="{FF2B5EF4-FFF2-40B4-BE49-F238E27FC236}">
                <a16:creationId xmlns:a16="http://schemas.microsoft.com/office/drawing/2014/main" id="{00EA9540-09B7-5E4F-B6CB-4F9B5C24F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6291" y="8814945"/>
            <a:ext cx="928509" cy="1257818"/>
          </a:xfrm>
          <a:custGeom>
            <a:avLst/>
            <a:gdLst>
              <a:gd name="T0" fmla="*/ 1324 w 1325"/>
              <a:gd name="T1" fmla="*/ 663 h 1326"/>
              <a:gd name="T2" fmla="*/ 1324 w 1325"/>
              <a:gd name="T3" fmla="*/ 663 h 1326"/>
              <a:gd name="T4" fmla="*/ 662 w 1325"/>
              <a:gd name="T5" fmla="*/ 1325 h 1326"/>
              <a:gd name="T6" fmla="*/ 662 w 1325"/>
              <a:gd name="T7" fmla="*/ 1325 h 1326"/>
              <a:gd name="T8" fmla="*/ 0 w 1325"/>
              <a:gd name="T9" fmla="*/ 663 h 1326"/>
              <a:gd name="T10" fmla="*/ 0 w 1325"/>
              <a:gd name="T11" fmla="*/ 663 h 1326"/>
              <a:gd name="T12" fmla="*/ 662 w 1325"/>
              <a:gd name="T13" fmla="*/ 0 h 1326"/>
              <a:gd name="T14" fmla="*/ 662 w 1325"/>
              <a:gd name="T15" fmla="*/ 0 h 1326"/>
              <a:gd name="T16" fmla="*/ 1324 w 1325"/>
              <a:gd name="T17" fmla="*/ 66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5" h="1326">
                <a:moveTo>
                  <a:pt x="1324" y="663"/>
                </a:moveTo>
                <a:lnTo>
                  <a:pt x="1324" y="663"/>
                </a:lnTo>
                <a:cubicBezTo>
                  <a:pt x="1324" y="1028"/>
                  <a:pt x="1028" y="1325"/>
                  <a:pt x="662" y="1325"/>
                </a:cubicBezTo>
                <a:lnTo>
                  <a:pt x="662" y="1325"/>
                </a:lnTo>
                <a:cubicBezTo>
                  <a:pt x="296" y="1325"/>
                  <a:pt x="0" y="1028"/>
                  <a:pt x="0" y="663"/>
                </a:cubicBezTo>
                <a:lnTo>
                  <a:pt x="0" y="663"/>
                </a:lnTo>
                <a:cubicBezTo>
                  <a:pt x="0" y="297"/>
                  <a:pt x="296" y="0"/>
                  <a:pt x="662" y="0"/>
                </a:cubicBezTo>
                <a:lnTo>
                  <a:pt x="662" y="0"/>
                </a:lnTo>
                <a:cubicBezTo>
                  <a:pt x="1028" y="0"/>
                  <a:pt x="1324" y="297"/>
                  <a:pt x="1324" y="663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389035-DC4E-D046-97ED-ED88E0DEB985}"/>
              </a:ext>
            </a:extLst>
          </p:cNvPr>
          <p:cNvSpPr txBox="1"/>
          <p:nvPr/>
        </p:nvSpPr>
        <p:spPr>
          <a:xfrm>
            <a:off x="11166923" y="2575840"/>
            <a:ext cx="511166" cy="4001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2000" b="1" spc="-18" dirty="0">
                <a:solidFill>
                  <a:schemeClr val="tx2"/>
                </a:solidFill>
                <a:latin typeface="Oswald SemiBold" pitchFamily="2" charset="77"/>
              </a:rPr>
              <a:t>ETF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F57F6-AAB1-BF4C-BDB6-AA3DB70F2813}"/>
              </a:ext>
            </a:extLst>
          </p:cNvPr>
          <p:cNvSpPr txBox="1"/>
          <p:nvPr/>
        </p:nvSpPr>
        <p:spPr>
          <a:xfrm>
            <a:off x="11166923" y="2994046"/>
            <a:ext cx="2888512" cy="656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40"/>
              </a:lnSpc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“Buy Lagos” via a Lagos ETF listed on NGX or abroad.</a:t>
            </a:r>
            <a:endParaRPr lang="en-US" sz="1638" spc="-18" dirty="0">
              <a:solidFill>
                <a:schemeClr val="accent2">
                  <a:lumMod val="50000"/>
                </a:schemeClr>
              </a:solidFill>
              <a:latin typeface="Oswald" panose="02000503000000000000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20EA80-5B41-4F4E-BA9D-834E6F615D2B}"/>
              </a:ext>
            </a:extLst>
          </p:cNvPr>
          <p:cNvSpPr txBox="1"/>
          <p:nvPr/>
        </p:nvSpPr>
        <p:spPr>
          <a:xfrm>
            <a:off x="11184829" y="5777492"/>
            <a:ext cx="1378262" cy="4001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2000" b="1" spc="-18" dirty="0">
                <a:solidFill>
                  <a:schemeClr val="tx2"/>
                </a:solidFill>
                <a:latin typeface="Oswald SemiBold" pitchFamily="2" charset="77"/>
              </a:rPr>
              <a:t>INDEX FUND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A46278-70B5-F149-8D34-138E41ED7AD3}"/>
              </a:ext>
            </a:extLst>
          </p:cNvPr>
          <p:cNvSpPr txBox="1"/>
          <p:nvPr/>
        </p:nvSpPr>
        <p:spPr>
          <a:xfrm>
            <a:off x="11184829" y="6195695"/>
            <a:ext cx="2807366" cy="656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40"/>
              </a:lnSpc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Non-tradable but tracks the LEI for institutional investors.</a:t>
            </a:r>
            <a:endParaRPr lang="en-US" sz="1638" spc="-18" dirty="0">
              <a:solidFill>
                <a:schemeClr val="accent2">
                  <a:lumMod val="50000"/>
                </a:schemeClr>
              </a:solidFill>
              <a:latin typeface="Oswald" panose="02000503000000000000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850DD-1767-7F47-9047-E397A4FD6FBE}"/>
              </a:ext>
            </a:extLst>
          </p:cNvPr>
          <p:cNvSpPr txBox="1"/>
          <p:nvPr/>
        </p:nvSpPr>
        <p:spPr>
          <a:xfrm>
            <a:off x="11166923" y="8848897"/>
            <a:ext cx="1473737" cy="4001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2000" b="1" spc="-18" dirty="0">
                <a:solidFill>
                  <a:schemeClr val="tx2"/>
                </a:solidFill>
                <a:latin typeface="Oswald SemiBold" pitchFamily="2" charset="77"/>
              </a:rPr>
              <a:t>DERIVATIVES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AE90A-999A-5C41-A138-08D4859521E1}"/>
              </a:ext>
            </a:extLst>
          </p:cNvPr>
          <p:cNvSpPr txBox="1"/>
          <p:nvPr/>
        </p:nvSpPr>
        <p:spPr>
          <a:xfrm>
            <a:off x="11166923" y="9267100"/>
            <a:ext cx="2825274" cy="951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40"/>
              </a:lnSpc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Futures on LEI that enables traders hedge or speculate on Lagos’ growth.</a:t>
            </a:r>
            <a:endParaRPr lang="en-US" sz="1638" spc="-18" dirty="0">
              <a:solidFill>
                <a:schemeClr val="accent2">
                  <a:lumMod val="50000"/>
                </a:schemeClr>
              </a:solidFill>
              <a:latin typeface="Oswald" panose="02000503000000000000" pitchFamily="2" charset="77"/>
            </a:endParaRPr>
          </a:p>
        </p:txBody>
      </p:sp>
      <p:sp>
        <p:nvSpPr>
          <p:cNvPr id="40" name="Freeform 153">
            <a:extLst>
              <a:ext uri="{FF2B5EF4-FFF2-40B4-BE49-F238E27FC236}">
                <a16:creationId xmlns:a16="http://schemas.microsoft.com/office/drawing/2014/main" id="{55C9AAA5-629B-5F70-95CF-F6888DBC2D2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3862" y="8750813"/>
            <a:ext cx="4921826" cy="186977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8100" cap="flat">
            <a:solidFill>
              <a:schemeClr val="accent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45" name="Freeform 163">
            <a:extLst>
              <a:ext uri="{FF2B5EF4-FFF2-40B4-BE49-F238E27FC236}">
                <a16:creationId xmlns:a16="http://schemas.microsoft.com/office/drawing/2014/main" id="{5DB7B7F2-EF39-21D9-AB7B-7FA8D097262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651794" y="9127558"/>
            <a:ext cx="921313" cy="1219906"/>
          </a:xfrm>
          <a:custGeom>
            <a:avLst/>
            <a:gdLst>
              <a:gd name="T0" fmla="*/ 1325 w 1326"/>
              <a:gd name="T1" fmla="*/ 662 h 1325"/>
              <a:gd name="T2" fmla="*/ 1325 w 1326"/>
              <a:gd name="T3" fmla="*/ 662 h 1325"/>
              <a:gd name="T4" fmla="*/ 663 w 1326"/>
              <a:gd name="T5" fmla="*/ 1324 h 1325"/>
              <a:gd name="T6" fmla="*/ 663 w 1326"/>
              <a:gd name="T7" fmla="*/ 1324 h 1325"/>
              <a:gd name="T8" fmla="*/ 0 w 1326"/>
              <a:gd name="T9" fmla="*/ 662 h 1325"/>
              <a:gd name="T10" fmla="*/ 0 w 1326"/>
              <a:gd name="T11" fmla="*/ 662 h 1325"/>
              <a:gd name="T12" fmla="*/ 663 w 1326"/>
              <a:gd name="T13" fmla="*/ 0 h 1325"/>
              <a:gd name="T14" fmla="*/ 663 w 1326"/>
              <a:gd name="T15" fmla="*/ 0 h 1325"/>
              <a:gd name="T16" fmla="*/ 1325 w 1326"/>
              <a:gd name="T17" fmla="*/ 662 h 1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6" h="1325">
                <a:moveTo>
                  <a:pt x="1325" y="662"/>
                </a:moveTo>
                <a:lnTo>
                  <a:pt x="1325" y="662"/>
                </a:lnTo>
                <a:cubicBezTo>
                  <a:pt x="1325" y="1027"/>
                  <a:pt x="1029" y="1324"/>
                  <a:pt x="663" y="1324"/>
                </a:cubicBezTo>
                <a:lnTo>
                  <a:pt x="663" y="1324"/>
                </a:lnTo>
                <a:cubicBezTo>
                  <a:pt x="297" y="1324"/>
                  <a:pt x="0" y="1027"/>
                  <a:pt x="0" y="662"/>
                </a:cubicBezTo>
                <a:lnTo>
                  <a:pt x="0" y="662"/>
                </a:lnTo>
                <a:cubicBezTo>
                  <a:pt x="0" y="296"/>
                  <a:pt x="297" y="0"/>
                  <a:pt x="663" y="0"/>
                </a:cubicBezTo>
                <a:lnTo>
                  <a:pt x="663" y="0"/>
                </a:lnTo>
                <a:cubicBezTo>
                  <a:pt x="1029" y="0"/>
                  <a:pt x="1325" y="296"/>
                  <a:pt x="1325" y="662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35" name="Freeform 69">
            <a:extLst>
              <a:ext uri="{FF2B5EF4-FFF2-40B4-BE49-F238E27FC236}">
                <a16:creationId xmlns:a16="http://schemas.microsoft.com/office/drawing/2014/main" id="{54B82AF1-516C-7DEA-967A-EFDFC4F731E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3862" y="1884303"/>
            <a:ext cx="4921826" cy="186977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8100" cap="flat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36" name="Freeform 70">
            <a:extLst>
              <a:ext uri="{FF2B5EF4-FFF2-40B4-BE49-F238E27FC236}">
                <a16:creationId xmlns:a16="http://schemas.microsoft.com/office/drawing/2014/main" id="{67CF9055-709D-9EE5-6CC5-4A2C86EBB0A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672151" y="2131163"/>
            <a:ext cx="921313" cy="1371473"/>
          </a:xfrm>
          <a:custGeom>
            <a:avLst/>
            <a:gdLst>
              <a:gd name="T0" fmla="*/ 1325 w 1326"/>
              <a:gd name="T1" fmla="*/ 662 h 1325"/>
              <a:gd name="T2" fmla="*/ 1325 w 1326"/>
              <a:gd name="T3" fmla="*/ 662 h 1325"/>
              <a:gd name="T4" fmla="*/ 663 w 1326"/>
              <a:gd name="T5" fmla="*/ 1324 h 1325"/>
              <a:gd name="T6" fmla="*/ 663 w 1326"/>
              <a:gd name="T7" fmla="*/ 1324 h 1325"/>
              <a:gd name="T8" fmla="*/ 0 w 1326"/>
              <a:gd name="T9" fmla="*/ 662 h 1325"/>
              <a:gd name="T10" fmla="*/ 0 w 1326"/>
              <a:gd name="T11" fmla="*/ 662 h 1325"/>
              <a:gd name="T12" fmla="*/ 663 w 1326"/>
              <a:gd name="T13" fmla="*/ 0 h 1325"/>
              <a:gd name="T14" fmla="*/ 663 w 1326"/>
              <a:gd name="T15" fmla="*/ 0 h 1325"/>
              <a:gd name="T16" fmla="*/ 1325 w 1326"/>
              <a:gd name="T17" fmla="*/ 662 h 1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6" h="1325">
                <a:moveTo>
                  <a:pt x="1325" y="662"/>
                </a:moveTo>
                <a:lnTo>
                  <a:pt x="1325" y="662"/>
                </a:lnTo>
                <a:cubicBezTo>
                  <a:pt x="1325" y="1028"/>
                  <a:pt x="1029" y="1324"/>
                  <a:pt x="663" y="1324"/>
                </a:cubicBezTo>
                <a:lnTo>
                  <a:pt x="663" y="1324"/>
                </a:lnTo>
                <a:cubicBezTo>
                  <a:pt x="297" y="1324"/>
                  <a:pt x="0" y="1028"/>
                  <a:pt x="0" y="662"/>
                </a:cubicBezTo>
                <a:lnTo>
                  <a:pt x="0" y="662"/>
                </a:lnTo>
                <a:cubicBezTo>
                  <a:pt x="0" y="296"/>
                  <a:pt x="297" y="0"/>
                  <a:pt x="663" y="0"/>
                </a:cubicBezTo>
                <a:lnTo>
                  <a:pt x="663" y="0"/>
                </a:lnTo>
                <a:cubicBezTo>
                  <a:pt x="1029" y="0"/>
                  <a:pt x="1325" y="296"/>
                  <a:pt x="1325" y="66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38" name="Freeform 80">
            <a:extLst>
              <a:ext uri="{FF2B5EF4-FFF2-40B4-BE49-F238E27FC236}">
                <a16:creationId xmlns:a16="http://schemas.microsoft.com/office/drawing/2014/main" id="{9EDFB406-1CFA-5C75-3356-48F8029B373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70669" y="4174658"/>
            <a:ext cx="4921826" cy="186977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8100" cap="flat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39" name="Freeform 81">
            <a:extLst>
              <a:ext uri="{FF2B5EF4-FFF2-40B4-BE49-F238E27FC236}">
                <a16:creationId xmlns:a16="http://schemas.microsoft.com/office/drawing/2014/main" id="{235D08B4-6128-61F0-3854-0A51EE68A04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70668" y="6460446"/>
            <a:ext cx="5053441" cy="186977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8100" cap="flat">
            <a:solidFill>
              <a:schemeClr val="accent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41" name="Freeform 154">
            <a:extLst>
              <a:ext uri="{FF2B5EF4-FFF2-40B4-BE49-F238E27FC236}">
                <a16:creationId xmlns:a16="http://schemas.microsoft.com/office/drawing/2014/main" id="{1D5AFFE8-B0EA-4D95-FA7B-946AB887D56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53778" y="4630481"/>
            <a:ext cx="895535" cy="1092609"/>
          </a:xfrm>
          <a:custGeom>
            <a:avLst/>
            <a:gdLst>
              <a:gd name="T0" fmla="*/ 1324 w 1325"/>
              <a:gd name="T1" fmla="*/ 662 h 1325"/>
              <a:gd name="T2" fmla="*/ 1324 w 1325"/>
              <a:gd name="T3" fmla="*/ 662 h 1325"/>
              <a:gd name="T4" fmla="*/ 662 w 1325"/>
              <a:gd name="T5" fmla="*/ 1324 h 1325"/>
              <a:gd name="T6" fmla="*/ 662 w 1325"/>
              <a:gd name="T7" fmla="*/ 1324 h 1325"/>
              <a:gd name="T8" fmla="*/ 0 w 1325"/>
              <a:gd name="T9" fmla="*/ 662 h 1325"/>
              <a:gd name="T10" fmla="*/ 0 w 1325"/>
              <a:gd name="T11" fmla="*/ 662 h 1325"/>
              <a:gd name="T12" fmla="*/ 662 w 1325"/>
              <a:gd name="T13" fmla="*/ 0 h 1325"/>
              <a:gd name="T14" fmla="*/ 662 w 1325"/>
              <a:gd name="T15" fmla="*/ 0 h 1325"/>
              <a:gd name="T16" fmla="*/ 1324 w 1325"/>
              <a:gd name="T17" fmla="*/ 662 h 1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5" h="1325">
                <a:moveTo>
                  <a:pt x="1324" y="662"/>
                </a:moveTo>
                <a:lnTo>
                  <a:pt x="1324" y="662"/>
                </a:lnTo>
                <a:cubicBezTo>
                  <a:pt x="1324" y="1028"/>
                  <a:pt x="1028" y="1324"/>
                  <a:pt x="662" y="1324"/>
                </a:cubicBezTo>
                <a:lnTo>
                  <a:pt x="662" y="1324"/>
                </a:lnTo>
                <a:cubicBezTo>
                  <a:pt x="296" y="1324"/>
                  <a:pt x="0" y="1028"/>
                  <a:pt x="0" y="662"/>
                </a:cubicBezTo>
                <a:lnTo>
                  <a:pt x="0" y="662"/>
                </a:lnTo>
                <a:cubicBezTo>
                  <a:pt x="0" y="297"/>
                  <a:pt x="296" y="0"/>
                  <a:pt x="662" y="0"/>
                </a:cubicBezTo>
                <a:lnTo>
                  <a:pt x="662" y="0"/>
                </a:lnTo>
                <a:cubicBezTo>
                  <a:pt x="1028" y="0"/>
                  <a:pt x="1324" y="297"/>
                  <a:pt x="1324" y="662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43" name="Freeform 158">
            <a:extLst>
              <a:ext uri="{FF2B5EF4-FFF2-40B4-BE49-F238E27FC236}">
                <a16:creationId xmlns:a16="http://schemas.microsoft.com/office/drawing/2014/main" id="{FDC9C6B2-63A3-E6C6-6E9B-95D13FDF749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268911" y="6834808"/>
            <a:ext cx="918251" cy="1143010"/>
          </a:xfrm>
          <a:custGeom>
            <a:avLst/>
            <a:gdLst>
              <a:gd name="T0" fmla="*/ 1324 w 1325"/>
              <a:gd name="T1" fmla="*/ 663 h 1326"/>
              <a:gd name="T2" fmla="*/ 1324 w 1325"/>
              <a:gd name="T3" fmla="*/ 663 h 1326"/>
              <a:gd name="T4" fmla="*/ 662 w 1325"/>
              <a:gd name="T5" fmla="*/ 1325 h 1326"/>
              <a:gd name="T6" fmla="*/ 662 w 1325"/>
              <a:gd name="T7" fmla="*/ 1325 h 1326"/>
              <a:gd name="T8" fmla="*/ 0 w 1325"/>
              <a:gd name="T9" fmla="*/ 663 h 1326"/>
              <a:gd name="T10" fmla="*/ 0 w 1325"/>
              <a:gd name="T11" fmla="*/ 663 h 1326"/>
              <a:gd name="T12" fmla="*/ 662 w 1325"/>
              <a:gd name="T13" fmla="*/ 0 h 1326"/>
              <a:gd name="T14" fmla="*/ 662 w 1325"/>
              <a:gd name="T15" fmla="*/ 0 h 1326"/>
              <a:gd name="T16" fmla="*/ 1324 w 1325"/>
              <a:gd name="T17" fmla="*/ 66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5" h="1326">
                <a:moveTo>
                  <a:pt x="1324" y="663"/>
                </a:moveTo>
                <a:lnTo>
                  <a:pt x="1324" y="663"/>
                </a:lnTo>
                <a:cubicBezTo>
                  <a:pt x="1324" y="1028"/>
                  <a:pt x="1028" y="1325"/>
                  <a:pt x="662" y="1325"/>
                </a:cubicBezTo>
                <a:lnTo>
                  <a:pt x="662" y="1325"/>
                </a:lnTo>
                <a:cubicBezTo>
                  <a:pt x="296" y="1325"/>
                  <a:pt x="0" y="1028"/>
                  <a:pt x="0" y="663"/>
                </a:cubicBezTo>
                <a:lnTo>
                  <a:pt x="0" y="663"/>
                </a:lnTo>
                <a:cubicBezTo>
                  <a:pt x="0" y="297"/>
                  <a:pt x="296" y="0"/>
                  <a:pt x="662" y="0"/>
                </a:cubicBezTo>
                <a:lnTo>
                  <a:pt x="662" y="0"/>
                </a:lnTo>
                <a:cubicBezTo>
                  <a:pt x="1028" y="0"/>
                  <a:pt x="1324" y="297"/>
                  <a:pt x="1324" y="663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47" name="Freeform 384">
            <a:extLst>
              <a:ext uri="{FF2B5EF4-FFF2-40B4-BE49-F238E27FC236}">
                <a16:creationId xmlns:a16="http://schemas.microsoft.com/office/drawing/2014/main" id="{056A3C8A-6746-9F0B-5978-2287C3388E7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18843" y="3548942"/>
            <a:ext cx="688689" cy="5480530"/>
          </a:xfrm>
          <a:custGeom>
            <a:avLst/>
            <a:gdLst>
              <a:gd name="T0" fmla="*/ 0 w 994"/>
              <a:gd name="T1" fmla="*/ 6188 h 6189"/>
              <a:gd name="T2" fmla="*/ 0 w 994"/>
              <a:gd name="T3" fmla="*/ 6188 h 6189"/>
              <a:gd name="T4" fmla="*/ 0 w 994"/>
              <a:gd name="T5" fmla="*/ 0 h 6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94" h="6189">
                <a:moveTo>
                  <a:pt x="0" y="6188"/>
                </a:moveTo>
                <a:lnTo>
                  <a:pt x="0" y="6188"/>
                </a:lnTo>
                <a:cubicBezTo>
                  <a:pt x="993" y="4250"/>
                  <a:pt x="993" y="1938"/>
                  <a:pt x="0" y="0"/>
                </a:cubicBezTo>
              </a:path>
            </a:pathLst>
          </a:custGeom>
          <a:noFill/>
          <a:ln w="38100" cap="flat">
            <a:solidFill>
              <a:schemeClr val="accent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48" name="Freeform 385">
            <a:extLst>
              <a:ext uri="{FF2B5EF4-FFF2-40B4-BE49-F238E27FC236}">
                <a16:creationId xmlns:a16="http://schemas.microsoft.com/office/drawing/2014/main" id="{928449D7-1C3C-3696-D50E-AB3497F13E2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802494" y="7868492"/>
            <a:ext cx="306084" cy="457159"/>
          </a:xfrm>
          <a:custGeom>
            <a:avLst/>
            <a:gdLst>
              <a:gd name="T0" fmla="*/ 441 w 442"/>
              <a:gd name="T1" fmla="*/ 220 h 441"/>
              <a:gd name="T2" fmla="*/ 441 w 442"/>
              <a:gd name="T3" fmla="*/ 220 h 441"/>
              <a:gd name="T4" fmla="*/ 221 w 442"/>
              <a:gd name="T5" fmla="*/ 440 h 441"/>
              <a:gd name="T6" fmla="*/ 221 w 442"/>
              <a:gd name="T7" fmla="*/ 440 h 441"/>
              <a:gd name="T8" fmla="*/ 0 w 442"/>
              <a:gd name="T9" fmla="*/ 220 h 441"/>
              <a:gd name="T10" fmla="*/ 0 w 442"/>
              <a:gd name="T11" fmla="*/ 220 h 441"/>
              <a:gd name="T12" fmla="*/ 221 w 442"/>
              <a:gd name="T13" fmla="*/ 0 h 441"/>
              <a:gd name="T14" fmla="*/ 221 w 442"/>
              <a:gd name="T15" fmla="*/ 0 h 441"/>
              <a:gd name="T16" fmla="*/ 441 w 442"/>
              <a:gd name="T17" fmla="*/ 220 h 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2" h="441">
                <a:moveTo>
                  <a:pt x="441" y="220"/>
                </a:moveTo>
                <a:lnTo>
                  <a:pt x="441" y="220"/>
                </a:lnTo>
                <a:cubicBezTo>
                  <a:pt x="441" y="342"/>
                  <a:pt x="343" y="440"/>
                  <a:pt x="221" y="440"/>
                </a:cubicBezTo>
                <a:lnTo>
                  <a:pt x="221" y="440"/>
                </a:lnTo>
                <a:cubicBezTo>
                  <a:pt x="99" y="440"/>
                  <a:pt x="0" y="342"/>
                  <a:pt x="0" y="220"/>
                </a:cubicBezTo>
                <a:lnTo>
                  <a:pt x="0" y="220"/>
                </a:lnTo>
                <a:cubicBezTo>
                  <a:pt x="0" y="98"/>
                  <a:pt x="99" y="0"/>
                  <a:pt x="221" y="0"/>
                </a:cubicBezTo>
                <a:lnTo>
                  <a:pt x="221" y="0"/>
                </a:lnTo>
                <a:cubicBezTo>
                  <a:pt x="343" y="0"/>
                  <a:pt x="441" y="98"/>
                  <a:pt x="441" y="22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49" name="Freeform 386">
            <a:extLst>
              <a:ext uri="{FF2B5EF4-FFF2-40B4-BE49-F238E27FC236}">
                <a16:creationId xmlns:a16="http://schemas.microsoft.com/office/drawing/2014/main" id="{4A69D1B5-0E47-CE53-25AE-18872503125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802494" y="4174658"/>
            <a:ext cx="306084" cy="457159"/>
          </a:xfrm>
          <a:custGeom>
            <a:avLst/>
            <a:gdLst>
              <a:gd name="T0" fmla="*/ 441 w 442"/>
              <a:gd name="T1" fmla="*/ 221 h 442"/>
              <a:gd name="T2" fmla="*/ 441 w 442"/>
              <a:gd name="T3" fmla="*/ 221 h 442"/>
              <a:gd name="T4" fmla="*/ 221 w 442"/>
              <a:gd name="T5" fmla="*/ 441 h 442"/>
              <a:gd name="T6" fmla="*/ 221 w 442"/>
              <a:gd name="T7" fmla="*/ 441 h 442"/>
              <a:gd name="T8" fmla="*/ 0 w 442"/>
              <a:gd name="T9" fmla="*/ 221 h 442"/>
              <a:gd name="T10" fmla="*/ 0 w 442"/>
              <a:gd name="T11" fmla="*/ 221 h 442"/>
              <a:gd name="T12" fmla="*/ 221 w 442"/>
              <a:gd name="T13" fmla="*/ 0 h 442"/>
              <a:gd name="T14" fmla="*/ 221 w 442"/>
              <a:gd name="T15" fmla="*/ 0 h 442"/>
              <a:gd name="T16" fmla="*/ 441 w 442"/>
              <a:gd name="T17" fmla="*/ 221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2" h="442">
                <a:moveTo>
                  <a:pt x="441" y="221"/>
                </a:moveTo>
                <a:lnTo>
                  <a:pt x="441" y="221"/>
                </a:lnTo>
                <a:cubicBezTo>
                  <a:pt x="441" y="343"/>
                  <a:pt x="343" y="441"/>
                  <a:pt x="221" y="441"/>
                </a:cubicBezTo>
                <a:lnTo>
                  <a:pt x="221" y="441"/>
                </a:lnTo>
                <a:cubicBezTo>
                  <a:pt x="99" y="441"/>
                  <a:pt x="0" y="343"/>
                  <a:pt x="0" y="221"/>
                </a:cubicBezTo>
                <a:lnTo>
                  <a:pt x="0" y="221"/>
                </a:lnTo>
                <a:cubicBezTo>
                  <a:pt x="0" y="100"/>
                  <a:pt x="99" y="0"/>
                  <a:pt x="221" y="0"/>
                </a:cubicBezTo>
                <a:lnTo>
                  <a:pt x="221" y="0"/>
                </a:lnTo>
                <a:cubicBezTo>
                  <a:pt x="343" y="0"/>
                  <a:pt x="441" y="100"/>
                  <a:pt x="441" y="221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50" name="Freeform 387">
            <a:extLst>
              <a:ext uri="{FF2B5EF4-FFF2-40B4-BE49-F238E27FC236}">
                <a16:creationId xmlns:a16="http://schemas.microsoft.com/office/drawing/2014/main" id="{D946D49F-2386-257D-0BB1-95487ECC3F9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55574" y="6638738"/>
            <a:ext cx="306084" cy="457159"/>
          </a:xfrm>
          <a:custGeom>
            <a:avLst/>
            <a:gdLst>
              <a:gd name="T0" fmla="*/ 440 w 441"/>
              <a:gd name="T1" fmla="*/ 220 h 442"/>
              <a:gd name="T2" fmla="*/ 440 w 441"/>
              <a:gd name="T3" fmla="*/ 220 h 442"/>
              <a:gd name="T4" fmla="*/ 220 w 441"/>
              <a:gd name="T5" fmla="*/ 441 h 442"/>
              <a:gd name="T6" fmla="*/ 220 w 441"/>
              <a:gd name="T7" fmla="*/ 441 h 442"/>
              <a:gd name="T8" fmla="*/ 0 w 441"/>
              <a:gd name="T9" fmla="*/ 220 h 442"/>
              <a:gd name="T10" fmla="*/ 0 w 441"/>
              <a:gd name="T11" fmla="*/ 220 h 442"/>
              <a:gd name="T12" fmla="*/ 220 w 441"/>
              <a:gd name="T13" fmla="*/ 0 h 442"/>
              <a:gd name="T14" fmla="*/ 220 w 441"/>
              <a:gd name="T15" fmla="*/ 0 h 442"/>
              <a:gd name="T16" fmla="*/ 440 w 441"/>
              <a:gd name="T17" fmla="*/ 220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1" h="442">
                <a:moveTo>
                  <a:pt x="440" y="220"/>
                </a:moveTo>
                <a:lnTo>
                  <a:pt x="440" y="220"/>
                </a:lnTo>
                <a:cubicBezTo>
                  <a:pt x="440" y="342"/>
                  <a:pt x="342" y="441"/>
                  <a:pt x="220" y="441"/>
                </a:cubicBezTo>
                <a:lnTo>
                  <a:pt x="220" y="441"/>
                </a:lnTo>
                <a:cubicBezTo>
                  <a:pt x="98" y="441"/>
                  <a:pt x="0" y="342"/>
                  <a:pt x="0" y="220"/>
                </a:cubicBezTo>
                <a:lnTo>
                  <a:pt x="0" y="220"/>
                </a:lnTo>
                <a:cubicBezTo>
                  <a:pt x="0" y="98"/>
                  <a:pt x="98" y="0"/>
                  <a:pt x="220" y="0"/>
                </a:cubicBezTo>
                <a:lnTo>
                  <a:pt x="220" y="0"/>
                </a:lnTo>
                <a:cubicBezTo>
                  <a:pt x="342" y="0"/>
                  <a:pt x="440" y="98"/>
                  <a:pt x="440" y="22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51" name="Freeform 388">
            <a:extLst>
              <a:ext uri="{FF2B5EF4-FFF2-40B4-BE49-F238E27FC236}">
                <a16:creationId xmlns:a16="http://schemas.microsoft.com/office/drawing/2014/main" id="{4B3F499D-0CBD-094E-D7DB-867563713B8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55574" y="5404412"/>
            <a:ext cx="306084" cy="457159"/>
          </a:xfrm>
          <a:custGeom>
            <a:avLst/>
            <a:gdLst>
              <a:gd name="T0" fmla="*/ 440 w 441"/>
              <a:gd name="T1" fmla="*/ 220 h 441"/>
              <a:gd name="T2" fmla="*/ 440 w 441"/>
              <a:gd name="T3" fmla="*/ 220 h 441"/>
              <a:gd name="T4" fmla="*/ 220 w 441"/>
              <a:gd name="T5" fmla="*/ 440 h 441"/>
              <a:gd name="T6" fmla="*/ 220 w 441"/>
              <a:gd name="T7" fmla="*/ 440 h 441"/>
              <a:gd name="T8" fmla="*/ 0 w 441"/>
              <a:gd name="T9" fmla="*/ 220 h 441"/>
              <a:gd name="T10" fmla="*/ 0 w 441"/>
              <a:gd name="T11" fmla="*/ 220 h 441"/>
              <a:gd name="T12" fmla="*/ 220 w 441"/>
              <a:gd name="T13" fmla="*/ 0 h 441"/>
              <a:gd name="T14" fmla="*/ 220 w 441"/>
              <a:gd name="T15" fmla="*/ 0 h 441"/>
              <a:gd name="T16" fmla="*/ 440 w 441"/>
              <a:gd name="T17" fmla="*/ 220 h 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1" h="441">
                <a:moveTo>
                  <a:pt x="440" y="220"/>
                </a:moveTo>
                <a:lnTo>
                  <a:pt x="440" y="220"/>
                </a:lnTo>
                <a:cubicBezTo>
                  <a:pt x="440" y="342"/>
                  <a:pt x="342" y="440"/>
                  <a:pt x="220" y="440"/>
                </a:cubicBezTo>
                <a:lnTo>
                  <a:pt x="220" y="440"/>
                </a:lnTo>
                <a:cubicBezTo>
                  <a:pt x="98" y="440"/>
                  <a:pt x="0" y="342"/>
                  <a:pt x="0" y="220"/>
                </a:cubicBezTo>
                <a:lnTo>
                  <a:pt x="0" y="220"/>
                </a:lnTo>
                <a:cubicBezTo>
                  <a:pt x="0" y="98"/>
                  <a:pt x="98" y="0"/>
                  <a:pt x="220" y="0"/>
                </a:cubicBezTo>
                <a:lnTo>
                  <a:pt x="220" y="0"/>
                </a:lnTo>
                <a:cubicBezTo>
                  <a:pt x="342" y="0"/>
                  <a:pt x="440" y="98"/>
                  <a:pt x="440" y="22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52" name="Freeform 389">
            <a:extLst>
              <a:ext uri="{FF2B5EF4-FFF2-40B4-BE49-F238E27FC236}">
                <a16:creationId xmlns:a16="http://schemas.microsoft.com/office/drawing/2014/main" id="{2162046F-5ED7-11F1-32E8-3C3967228CB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755688" y="2816905"/>
            <a:ext cx="2390514" cy="3282394"/>
          </a:xfrm>
          <a:custGeom>
            <a:avLst/>
            <a:gdLst>
              <a:gd name="T0" fmla="*/ 0 w 3444"/>
              <a:gd name="T1" fmla="*/ 3165 h 3166"/>
              <a:gd name="T2" fmla="*/ 935 w 3444"/>
              <a:gd name="T3" fmla="*/ 3165 h 3166"/>
              <a:gd name="T4" fmla="*/ 1717 w 3444"/>
              <a:gd name="T5" fmla="*/ 1528 h 3166"/>
              <a:gd name="T6" fmla="*/ 3443 w 3444"/>
              <a:gd name="T7" fmla="*/ 0 h 3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44" h="3166">
                <a:moveTo>
                  <a:pt x="0" y="3165"/>
                </a:moveTo>
                <a:lnTo>
                  <a:pt x="935" y="3165"/>
                </a:lnTo>
                <a:lnTo>
                  <a:pt x="1717" y="1528"/>
                </a:lnTo>
                <a:lnTo>
                  <a:pt x="3443" y="0"/>
                </a:lnTo>
              </a:path>
            </a:pathLst>
          </a:custGeom>
          <a:noFill/>
          <a:ln w="12700" cap="flat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53" name="Freeform 390">
            <a:extLst>
              <a:ext uri="{FF2B5EF4-FFF2-40B4-BE49-F238E27FC236}">
                <a16:creationId xmlns:a16="http://schemas.microsoft.com/office/drawing/2014/main" id="{D57313DA-FE30-85EC-EA46-CB3845AB263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189432" y="5107265"/>
            <a:ext cx="2956769" cy="1092609"/>
          </a:xfrm>
          <a:custGeom>
            <a:avLst/>
            <a:gdLst>
              <a:gd name="T0" fmla="*/ 0 w 4258"/>
              <a:gd name="T1" fmla="*/ 1054 h 1055"/>
              <a:gd name="T2" fmla="*/ 935 w 4258"/>
              <a:gd name="T3" fmla="*/ 1054 h 1055"/>
              <a:gd name="T4" fmla="*/ 1926 w 4258"/>
              <a:gd name="T5" fmla="*/ 508 h 1055"/>
              <a:gd name="T6" fmla="*/ 4257 w 4258"/>
              <a:gd name="T7" fmla="*/ 0 h 10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258" h="1055">
                <a:moveTo>
                  <a:pt x="0" y="1054"/>
                </a:moveTo>
                <a:lnTo>
                  <a:pt x="935" y="1054"/>
                </a:lnTo>
                <a:lnTo>
                  <a:pt x="1926" y="508"/>
                </a:lnTo>
                <a:lnTo>
                  <a:pt x="4257" y="0"/>
                </a:lnTo>
              </a:path>
            </a:pathLst>
          </a:custGeom>
          <a:noFill/>
          <a:ln w="12700" cap="flat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54" name="Freeform 391">
            <a:extLst>
              <a:ext uri="{FF2B5EF4-FFF2-40B4-BE49-F238E27FC236}">
                <a16:creationId xmlns:a16="http://schemas.microsoft.com/office/drawing/2014/main" id="{5E1856AA-3F19-8068-0625-105C85E37D8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189432" y="6300442"/>
            <a:ext cx="2956769" cy="1092606"/>
          </a:xfrm>
          <a:custGeom>
            <a:avLst/>
            <a:gdLst>
              <a:gd name="T0" fmla="*/ 0 w 4258"/>
              <a:gd name="T1" fmla="*/ 0 h 1056"/>
              <a:gd name="T2" fmla="*/ 935 w 4258"/>
              <a:gd name="T3" fmla="*/ 0 h 1056"/>
              <a:gd name="T4" fmla="*/ 1926 w 4258"/>
              <a:gd name="T5" fmla="*/ 545 h 1056"/>
              <a:gd name="T6" fmla="*/ 4257 w 4258"/>
              <a:gd name="T7" fmla="*/ 1055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258" h="1056">
                <a:moveTo>
                  <a:pt x="0" y="0"/>
                </a:moveTo>
                <a:lnTo>
                  <a:pt x="935" y="0"/>
                </a:lnTo>
                <a:lnTo>
                  <a:pt x="1926" y="545"/>
                </a:lnTo>
                <a:lnTo>
                  <a:pt x="4257" y="1055"/>
                </a:lnTo>
              </a:path>
            </a:pathLst>
          </a:custGeom>
          <a:noFill/>
          <a:ln w="12700" cap="flat">
            <a:solidFill>
              <a:schemeClr val="accent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55" name="Freeform 392">
            <a:extLst>
              <a:ext uri="{FF2B5EF4-FFF2-40B4-BE49-F238E27FC236}">
                <a16:creationId xmlns:a16="http://schemas.microsoft.com/office/drawing/2014/main" id="{BF7788F8-611C-B285-9C09-5010831E3CB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755688" y="6401022"/>
            <a:ext cx="2390514" cy="3282394"/>
          </a:xfrm>
          <a:custGeom>
            <a:avLst/>
            <a:gdLst>
              <a:gd name="T0" fmla="*/ 0 w 3444"/>
              <a:gd name="T1" fmla="*/ 0 h 3166"/>
              <a:gd name="T2" fmla="*/ 935 w 3444"/>
              <a:gd name="T3" fmla="*/ 0 h 3166"/>
              <a:gd name="T4" fmla="*/ 1717 w 3444"/>
              <a:gd name="T5" fmla="*/ 1636 h 3166"/>
              <a:gd name="T6" fmla="*/ 3443 w 3444"/>
              <a:gd name="T7" fmla="*/ 3165 h 3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44" h="3166">
                <a:moveTo>
                  <a:pt x="0" y="0"/>
                </a:moveTo>
                <a:lnTo>
                  <a:pt x="935" y="0"/>
                </a:lnTo>
                <a:lnTo>
                  <a:pt x="1717" y="1636"/>
                </a:lnTo>
                <a:lnTo>
                  <a:pt x="3443" y="3165"/>
                </a:lnTo>
              </a:path>
            </a:pathLst>
          </a:custGeom>
          <a:noFill/>
          <a:ln w="12700" cap="flat">
            <a:solidFill>
              <a:schemeClr val="accent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105" dirty="0">
              <a:latin typeface="Oswald" pitchFamily="2" charset="7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7476E9-F4B0-C640-E3C9-18713514A46F}"/>
              </a:ext>
            </a:extLst>
          </p:cNvPr>
          <p:cNvSpPr txBox="1"/>
          <p:nvPr/>
        </p:nvSpPr>
        <p:spPr>
          <a:xfrm flipH="1">
            <a:off x="1849353" y="2087633"/>
            <a:ext cx="2979214" cy="4001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2000" b="1" spc="-18" dirty="0">
                <a:solidFill>
                  <a:schemeClr val="tx2"/>
                </a:solidFill>
                <a:latin typeface="Oswald SemiBold" pitchFamily="2" charset="77"/>
              </a:rPr>
              <a:t>CORPORATE SECTOR (40%)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E94FEB-00B3-8B2C-7E99-36F89ECA0DE6}"/>
              </a:ext>
            </a:extLst>
          </p:cNvPr>
          <p:cNvSpPr txBox="1"/>
          <p:nvPr/>
        </p:nvSpPr>
        <p:spPr>
          <a:xfrm flipH="1">
            <a:off x="517162" y="4347631"/>
            <a:ext cx="4672270" cy="3847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900" b="1" spc="-18" dirty="0">
                <a:solidFill>
                  <a:schemeClr val="tx2"/>
                </a:solidFill>
                <a:latin typeface="Oswald SemiBold" pitchFamily="2" charset="77"/>
              </a:rPr>
              <a:t>REAL ESTATE &amp; INFRASTRUCTURE (25%)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8C70EFF-7E04-5D16-10F6-503132524E6C}"/>
              </a:ext>
            </a:extLst>
          </p:cNvPr>
          <p:cNvSpPr txBox="1"/>
          <p:nvPr/>
        </p:nvSpPr>
        <p:spPr>
          <a:xfrm flipH="1">
            <a:off x="623977" y="6578492"/>
            <a:ext cx="4062394" cy="38472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1900" b="1" spc="-18" dirty="0">
                <a:solidFill>
                  <a:schemeClr val="tx2"/>
                </a:solidFill>
                <a:latin typeface="Oswald SemiBold" pitchFamily="2" charset="77"/>
              </a:rPr>
              <a:t>CONSUMPTION &amp; TRADE ACTIVITY (25%)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79916D-841E-12A6-87DF-B00D9195E9D3}"/>
              </a:ext>
            </a:extLst>
          </p:cNvPr>
          <p:cNvSpPr txBox="1"/>
          <p:nvPr/>
        </p:nvSpPr>
        <p:spPr>
          <a:xfrm flipH="1">
            <a:off x="1918045" y="8901627"/>
            <a:ext cx="2672142" cy="4001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2000" b="1" spc="-18" dirty="0">
                <a:solidFill>
                  <a:schemeClr val="tx2"/>
                </a:solidFill>
                <a:latin typeface="Oswald SemiBold" pitchFamily="2" charset="77"/>
              </a:rPr>
              <a:t>PUBLIC FINANCES (10%)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BA1F65-F803-A7FF-5659-88497719C36B}"/>
              </a:ext>
            </a:extLst>
          </p:cNvPr>
          <p:cNvSpPr txBox="1"/>
          <p:nvPr/>
        </p:nvSpPr>
        <p:spPr>
          <a:xfrm flipH="1">
            <a:off x="1259598" y="9344361"/>
            <a:ext cx="3113103" cy="1245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Lagos State Internally Generated Revenue (IGR) growth and State bond yields/debt metrics.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A2F693-3411-DE4A-934C-0602380402B4}"/>
              </a:ext>
            </a:extLst>
          </p:cNvPr>
          <p:cNvSpPr txBox="1"/>
          <p:nvPr/>
        </p:nvSpPr>
        <p:spPr>
          <a:xfrm rot="5400000">
            <a:off x="7061827" y="5698119"/>
            <a:ext cx="2181576" cy="1226939"/>
          </a:xfrm>
          <a:prstGeom prst="bevel">
            <a:avLst/>
          </a:prstGeom>
          <a:solidFill>
            <a:schemeClr val="tx2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rtlCol="0" anchor="b">
            <a:spAutoFit/>
          </a:bodyPr>
          <a:lstStyle/>
          <a:p>
            <a:pPr algn="ctr"/>
            <a:r>
              <a:rPr lang="en-US" sz="5400" b="1" spc="-170" dirty="0">
                <a:solidFill>
                  <a:schemeClr val="bg2"/>
                </a:solidFill>
                <a:latin typeface="Oswald SemiBold" pitchFamily="2" charset="77"/>
              </a:rPr>
              <a:t>LEI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762F724-FD26-2827-01BF-98EC60AE0C56}"/>
              </a:ext>
            </a:extLst>
          </p:cNvPr>
          <p:cNvSpPr txBox="1"/>
          <p:nvPr/>
        </p:nvSpPr>
        <p:spPr>
          <a:xfrm flipH="1">
            <a:off x="574546" y="6825692"/>
            <a:ext cx="38402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Consumer and commerce demand captured through mobile money transaction volumes, Lagos port trade volume and container throughput (Tin Can, Apapa).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76ECD5C-C744-11CA-BE0A-311EC7FA84EE}"/>
              </a:ext>
            </a:extLst>
          </p:cNvPr>
          <p:cNvSpPr txBox="1"/>
          <p:nvPr/>
        </p:nvSpPr>
        <p:spPr>
          <a:xfrm flipH="1">
            <a:off x="761473" y="4709111"/>
            <a:ext cx="3355575" cy="1245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Performance of Lagos REITs (e.g. UPDC), land/house price index (if available), and major PPPs (Lekki Port, Eko Atlantic).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EDA0974-B66C-A644-5CAE-ECA2ABD87AA0}"/>
              </a:ext>
            </a:extLst>
          </p:cNvPr>
          <p:cNvSpPr txBox="1"/>
          <p:nvPr/>
        </p:nvSpPr>
        <p:spPr>
          <a:xfrm flipH="1">
            <a:off x="1047350" y="2495838"/>
            <a:ext cx="3586529" cy="950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Market-cap weighted performance of Lagos-based blue-chip companies (Dangote Cement, GTCO, Nestlé </a:t>
            </a: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</a:rPr>
              <a:t>etc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CD7F559-1509-9958-8F30-E064F46AA4F6}"/>
              </a:ext>
            </a:extLst>
          </p:cNvPr>
          <p:cNvSpPr txBox="1"/>
          <p:nvPr/>
        </p:nvSpPr>
        <p:spPr>
          <a:xfrm>
            <a:off x="3232603" y="344220"/>
            <a:ext cx="8599445" cy="919401"/>
          </a:xfrm>
          <a:prstGeom prst="round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CONCEPTUAL FRAMEWORK</a:t>
            </a:r>
          </a:p>
        </p:txBody>
      </p:sp>
      <p:sp>
        <p:nvSpPr>
          <p:cNvPr id="2" name="Shape 2807">
            <a:extLst>
              <a:ext uri="{FF2B5EF4-FFF2-40B4-BE49-F238E27FC236}">
                <a16:creationId xmlns:a16="http://schemas.microsoft.com/office/drawing/2014/main" id="{7FFC7C23-0DC0-3B44-915F-58EE78D7EF7B}"/>
              </a:ext>
            </a:extLst>
          </p:cNvPr>
          <p:cNvSpPr>
            <a:spLocks noChangeAspect="1"/>
          </p:cNvSpPr>
          <p:nvPr/>
        </p:nvSpPr>
        <p:spPr>
          <a:xfrm>
            <a:off x="4401370" y="7099138"/>
            <a:ext cx="585702" cy="665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5" y="12150"/>
                </a:moveTo>
                <a:lnTo>
                  <a:pt x="17294" y="9450"/>
                </a:lnTo>
                <a:lnTo>
                  <a:pt x="19843" y="9450"/>
                </a:lnTo>
                <a:lnTo>
                  <a:pt x="19406" y="12150"/>
                </a:lnTo>
                <a:cubicBezTo>
                  <a:pt x="19406" y="12150"/>
                  <a:pt x="17075" y="12150"/>
                  <a:pt x="17075" y="12150"/>
                </a:cubicBezTo>
                <a:close/>
                <a:moveTo>
                  <a:pt x="18752" y="16200"/>
                </a:moveTo>
                <a:lnTo>
                  <a:pt x="16748" y="16200"/>
                </a:lnTo>
                <a:lnTo>
                  <a:pt x="16967" y="13500"/>
                </a:lnTo>
                <a:lnTo>
                  <a:pt x="19188" y="13500"/>
                </a:lnTo>
                <a:cubicBezTo>
                  <a:pt x="19188" y="13500"/>
                  <a:pt x="18752" y="16200"/>
                  <a:pt x="18752" y="16200"/>
                </a:cubicBezTo>
                <a:close/>
                <a:moveTo>
                  <a:pt x="17673" y="20250"/>
                </a:moveTo>
                <a:cubicBezTo>
                  <a:pt x="17131" y="20250"/>
                  <a:pt x="16691" y="19645"/>
                  <a:pt x="16691" y="18900"/>
                </a:cubicBezTo>
                <a:cubicBezTo>
                  <a:pt x="16691" y="18155"/>
                  <a:pt x="17131" y="17550"/>
                  <a:pt x="17673" y="17550"/>
                </a:cubicBezTo>
                <a:cubicBezTo>
                  <a:pt x="18215" y="17550"/>
                  <a:pt x="18655" y="18155"/>
                  <a:pt x="18655" y="18900"/>
                </a:cubicBezTo>
                <a:cubicBezTo>
                  <a:pt x="18655" y="19645"/>
                  <a:pt x="18215" y="20250"/>
                  <a:pt x="17673" y="20250"/>
                </a:cubicBezTo>
                <a:moveTo>
                  <a:pt x="16415" y="8100"/>
                </a:moveTo>
                <a:lnTo>
                  <a:pt x="13745" y="8100"/>
                </a:lnTo>
                <a:lnTo>
                  <a:pt x="13745" y="5400"/>
                </a:lnTo>
                <a:lnTo>
                  <a:pt x="16633" y="5400"/>
                </a:lnTo>
                <a:cubicBezTo>
                  <a:pt x="16633" y="5400"/>
                  <a:pt x="16415" y="8100"/>
                  <a:pt x="16415" y="8100"/>
                </a:cubicBezTo>
                <a:close/>
                <a:moveTo>
                  <a:pt x="16088" y="12150"/>
                </a:moveTo>
                <a:lnTo>
                  <a:pt x="13745" y="12150"/>
                </a:lnTo>
                <a:lnTo>
                  <a:pt x="13745" y="9450"/>
                </a:lnTo>
                <a:lnTo>
                  <a:pt x="16306" y="9450"/>
                </a:lnTo>
                <a:cubicBezTo>
                  <a:pt x="16306" y="9450"/>
                  <a:pt x="16088" y="12150"/>
                  <a:pt x="16088" y="12150"/>
                </a:cubicBezTo>
                <a:close/>
                <a:moveTo>
                  <a:pt x="15761" y="16200"/>
                </a:moveTo>
                <a:lnTo>
                  <a:pt x="13745" y="16200"/>
                </a:lnTo>
                <a:lnTo>
                  <a:pt x="13745" y="13500"/>
                </a:lnTo>
                <a:lnTo>
                  <a:pt x="15979" y="13500"/>
                </a:lnTo>
                <a:cubicBezTo>
                  <a:pt x="15979" y="13500"/>
                  <a:pt x="15761" y="16200"/>
                  <a:pt x="15761" y="16200"/>
                </a:cubicBezTo>
                <a:close/>
                <a:moveTo>
                  <a:pt x="12764" y="8100"/>
                </a:moveTo>
                <a:lnTo>
                  <a:pt x="10094" y="8100"/>
                </a:lnTo>
                <a:lnTo>
                  <a:pt x="9876" y="5400"/>
                </a:lnTo>
                <a:lnTo>
                  <a:pt x="12764" y="5400"/>
                </a:lnTo>
                <a:cubicBezTo>
                  <a:pt x="12764" y="5400"/>
                  <a:pt x="12764" y="8100"/>
                  <a:pt x="12764" y="8100"/>
                </a:cubicBezTo>
                <a:close/>
                <a:moveTo>
                  <a:pt x="12764" y="12150"/>
                </a:moveTo>
                <a:lnTo>
                  <a:pt x="10421" y="12150"/>
                </a:lnTo>
                <a:lnTo>
                  <a:pt x="10203" y="9450"/>
                </a:lnTo>
                <a:lnTo>
                  <a:pt x="12764" y="9450"/>
                </a:lnTo>
                <a:cubicBezTo>
                  <a:pt x="12764" y="9450"/>
                  <a:pt x="12764" y="12150"/>
                  <a:pt x="12764" y="12150"/>
                </a:cubicBezTo>
                <a:close/>
                <a:moveTo>
                  <a:pt x="12764" y="16200"/>
                </a:moveTo>
                <a:lnTo>
                  <a:pt x="10748" y="16200"/>
                </a:lnTo>
                <a:lnTo>
                  <a:pt x="10531" y="13500"/>
                </a:lnTo>
                <a:lnTo>
                  <a:pt x="12764" y="13500"/>
                </a:lnTo>
                <a:cubicBezTo>
                  <a:pt x="12764" y="13500"/>
                  <a:pt x="12764" y="16200"/>
                  <a:pt x="12764" y="16200"/>
                </a:cubicBezTo>
                <a:close/>
                <a:moveTo>
                  <a:pt x="8836" y="20250"/>
                </a:moveTo>
                <a:cubicBezTo>
                  <a:pt x="8294" y="20250"/>
                  <a:pt x="7855" y="19645"/>
                  <a:pt x="7855" y="18900"/>
                </a:cubicBezTo>
                <a:cubicBezTo>
                  <a:pt x="7855" y="18155"/>
                  <a:pt x="8294" y="17550"/>
                  <a:pt x="8836" y="17550"/>
                </a:cubicBezTo>
                <a:cubicBezTo>
                  <a:pt x="9379" y="17550"/>
                  <a:pt x="9818" y="18155"/>
                  <a:pt x="9818" y="18900"/>
                </a:cubicBezTo>
                <a:cubicBezTo>
                  <a:pt x="9818" y="19645"/>
                  <a:pt x="9379" y="20250"/>
                  <a:pt x="8836" y="20250"/>
                </a:cubicBezTo>
                <a:moveTo>
                  <a:pt x="7213" y="13500"/>
                </a:moveTo>
                <a:lnTo>
                  <a:pt x="9543" y="13500"/>
                </a:lnTo>
                <a:lnTo>
                  <a:pt x="9761" y="16200"/>
                </a:lnTo>
                <a:lnTo>
                  <a:pt x="7740" y="16200"/>
                </a:lnTo>
                <a:cubicBezTo>
                  <a:pt x="7740" y="16200"/>
                  <a:pt x="7213" y="13500"/>
                  <a:pt x="7213" y="13500"/>
                </a:cubicBezTo>
                <a:close/>
                <a:moveTo>
                  <a:pt x="6950" y="12150"/>
                </a:moveTo>
                <a:lnTo>
                  <a:pt x="6423" y="9450"/>
                </a:lnTo>
                <a:lnTo>
                  <a:pt x="9215" y="9450"/>
                </a:lnTo>
                <a:lnTo>
                  <a:pt x="9434" y="12150"/>
                </a:lnTo>
                <a:cubicBezTo>
                  <a:pt x="9434" y="12150"/>
                  <a:pt x="6950" y="12150"/>
                  <a:pt x="6950" y="12150"/>
                </a:cubicBezTo>
                <a:close/>
                <a:moveTo>
                  <a:pt x="5633" y="5400"/>
                </a:moveTo>
                <a:lnTo>
                  <a:pt x="8888" y="5400"/>
                </a:lnTo>
                <a:lnTo>
                  <a:pt x="9106" y="8100"/>
                </a:lnTo>
                <a:lnTo>
                  <a:pt x="6160" y="8100"/>
                </a:lnTo>
                <a:cubicBezTo>
                  <a:pt x="6160" y="8100"/>
                  <a:pt x="5633" y="5400"/>
                  <a:pt x="5633" y="5400"/>
                </a:cubicBezTo>
                <a:close/>
                <a:moveTo>
                  <a:pt x="17621" y="5400"/>
                </a:moveTo>
                <a:lnTo>
                  <a:pt x="20497" y="5400"/>
                </a:lnTo>
                <a:lnTo>
                  <a:pt x="20061" y="8100"/>
                </a:lnTo>
                <a:lnTo>
                  <a:pt x="17403" y="8100"/>
                </a:lnTo>
                <a:cubicBezTo>
                  <a:pt x="17403" y="8100"/>
                  <a:pt x="17621" y="5400"/>
                  <a:pt x="17621" y="5400"/>
                </a:cubicBezTo>
                <a:close/>
                <a:moveTo>
                  <a:pt x="19619" y="17038"/>
                </a:moveTo>
                <a:lnTo>
                  <a:pt x="19622" y="17038"/>
                </a:lnTo>
                <a:lnTo>
                  <a:pt x="21586" y="4889"/>
                </a:lnTo>
                <a:lnTo>
                  <a:pt x="21577" y="4886"/>
                </a:lnTo>
                <a:cubicBezTo>
                  <a:pt x="21586" y="4833"/>
                  <a:pt x="21600" y="4782"/>
                  <a:pt x="21600" y="4725"/>
                </a:cubicBezTo>
                <a:cubicBezTo>
                  <a:pt x="21600" y="4352"/>
                  <a:pt x="21380" y="4050"/>
                  <a:pt x="21109" y="4050"/>
                </a:cubicBezTo>
                <a:lnTo>
                  <a:pt x="5370" y="4050"/>
                </a:lnTo>
                <a:lnTo>
                  <a:pt x="4674" y="481"/>
                </a:lnTo>
                <a:lnTo>
                  <a:pt x="4667" y="484"/>
                </a:lnTo>
                <a:cubicBezTo>
                  <a:pt x="4605" y="207"/>
                  <a:pt x="4425" y="0"/>
                  <a:pt x="4203" y="0"/>
                </a:cubicBezTo>
                <a:lnTo>
                  <a:pt x="491" y="0"/>
                </a:lnTo>
                <a:cubicBezTo>
                  <a:pt x="220" y="0"/>
                  <a:pt x="0" y="302"/>
                  <a:pt x="0" y="675"/>
                </a:cubicBezTo>
                <a:cubicBezTo>
                  <a:pt x="0" y="1048"/>
                  <a:pt x="220" y="1350"/>
                  <a:pt x="491" y="1350"/>
                </a:cubicBezTo>
                <a:lnTo>
                  <a:pt x="3827" y="1350"/>
                </a:lnTo>
                <a:lnTo>
                  <a:pt x="6893" y="17069"/>
                </a:lnTo>
                <a:lnTo>
                  <a:pt x="6894" y="17069"/>
                </a:lnTo>
                <a:cubicBezTo>
                  <a:pt x="6936" y="17259"/>
                  <a:pt x="7037" y="17414"/>
                  <a:pt x="7168" y="17493"/>
                </a:cubicBezTo>
                <a:cubicBezTo>
                  <a:pt x="6984" y="17903"/>
                  <a:pt x="6873" y="18383"/>
                  <a:pt x="6873" y="18900"/>
                </a:cubicBezTo>
                <a:cubicBezTo>
                  <a:pt x="6873" y="20391"/>
                  <a:pt x="7752" y="21600"/>
                  <a:pt x="8836" y="21600"/>
                </a:cubicBezTo>
                <a:cubicBezTo>
                  <a:pt x="9921" y="21600"/>
                  <a:pt x="10800" y="20391"/>
                  <a:pt x="10800" y="18900"/>
                </a:cubicBezTo>
                <a:cubicBezTo>
                  <a:pt x="10800" y="18406"/>
                  <a:pt x="10696" y="17949"/>
                  <a:pt x="10528" y="17550"/>
                </a:cubicBezTo>
                <a:lnTo>
                  <a:pt x="15981" y="17550"/>
                </a:lnTo>
                <a:cubicBezTo>
                  <a:pt x="15813" y="17949"/>
                  <a:pt x="15709" y="18406"/>
                  <a:pt x="15709" y="18900"/>
                </a:cubicBezTo>
                <a:cubicBezTo>
                  <a:pt x="15709" y="20391"/>
                  <a:pt x="16588" y="21600"/>
                  <a:pt x="17673" y="21600"/>
                </a:cubicBezTo>
                <a:cubicBezTo>
                  <a:pt x="18757" y="21600"/>
                  <a:pt x="19636" y="20391"/>
                  <a:pt x="19636" y="18900"/>
                </a:cubicBezTo>
                <a:cubicBezTo>
                  <a:pt x="19636" y="18383"/>
                  <a:pt x="19525" y="17903"/>
                  <a:pt x="19341" y="17493"/>
                </a:cubicBezTo>
                <a:cubicBezTo>
                  <a:pt x="19479" y="17410"/>
                  <a:pt x="19581" y="17242"/>
                  <a:pt x="19619" y="17038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 dirty="0">
              <a:latin typeface="Nunito Sans ExtraLight" pitchFamily="2" charset="77"/>
              <a:ea typeface="Open Sans Semibold" charset="0"/>
              <a:cs typeface="Open Sans Semibold" charset="0"/>
            </a:endParaRPr>
          </a:p>
        </p:txBody>
      </p:sp>
      <p:sp>
        <p:nvSpPr>
          <p:cNvPr id="5" name="Shape 2799">
            <a:extLst>
              <a:ext uri="{FF2B5EF4-FFF2-40B4-BE49-F238E27FC236}">
                <a16:creationId xmlns:a16="http://schemas.microsoft.com/office/drawing/2014/main" id="{FFCEDA84-EF57-774D-975C-AF54052D5989}"/>
              </a:ext>
            </a:extLst>
          </p:cNvPr>
          <p:cNvSpPr>
            <a:spLocks noChangeAspect="1"/>
          </p:cNvSpPr>
          <p:nvPr/>
        </p:nvSpPr>
        <p:spPr>
          <a:xfrm>
            <a:off x="4766299" y="9478540"/>
            <a:ext cx="634866" cy="4617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16" y="11782"/>
                </a:moveTo>
                <a:cubicBezTo>
                  <a:pt x="9916" y="11929"/>
                  <a:pt x="9939" y="12054"/>
                  <a:pt x="9982" y="12159"/>
                </a:cubicBezTo>
                <a:cubicBezTo>
                  <a:pt x="10026" y="12263"/>
                  <a:pt x="10082" y="12351"/>
                  <a:pt x="10151" y="12425"/>
                </a:cubicBezTo>
                <a:cubicBezTo>
                  <a:pt x="10219" y="12498"/>
                  <a:pt x="10298" y="12557"/>
                  <a:pt x="10388" y="12604"/>
                </a:cubicBezTo>
                <a:cubicBezTo>
                  <a:pt x="10478" y="12650"/>
                  <a:pt x="10513" y="12688"/>
                  <a:pt x="10605" y="12719"/>
                </a:cubicBezTo>
                <a:lnTo>
                  <a:pt x="10605" y="10882"/>
                </a:lnTo>
                <a:cubicBezTo>
                  <a:pt x="10368" y="10882"/>
                  <a:pt x="10241" y="10952"/>
                  <a:pt x="10111" y="11090"/>
                </a:cubicBezTo>
                <a:cubicBezTo>
                  <a:pt x="9981" y="11227"/>
                  <a:pt x="9916" y="11458"/>
                  <a:pt x="9916" y="11782"/>
                </a:cubicBezTo>
                <a:moveTo>
                  <a:pt x="11501" y="14278"/>
                </a:moveTo>
                <a:cubicBezTo>
                  <a:pt x="11425" y="14199"/>
                  <a:pt x="11338" y="14135"/>
                  <a:pt x="11242" y="14086"/>
                </a:cubicBezTo>
                <a:cubicBezTo>
                  <a:pt x="11145" y="14037"/>
                  <a:pt x="11102" y="13994"/>
                  <a:pt x="11001" y="13958"/>
                </a:cubicBezTo>
                <a:lnTo>
                  <a:pt x="11001" y="16096"/>
                </a:lnTo>
                <a:cubicBezTo>
                  <a:pt x="11238" y="16071"/>
                  <a:pt x="11377" y="15975"/>
                  <a:pt x="11528" y="15806"/>
                </a:cubicBezTo>
                <a:cubicBezTo>
                  <a:pt x="11680" y="15638"/>
                  <a:pt x="11756" y="15371"/>
                  <a:pt x="11756" y="15004"/>
                </a:cubicBezTo>
                <a:cubicBezTo>
                  <a:pt x="11756" y="14833"/>
                  <a:pt x="11733" y="14689"/>
                  <a:pt x="11686" y="14572"/>
                </a:cubicBezTo>
                <a:cubicBezTo>
                  <a:pt x="11640" y="14456"/>
                  <a:pt x="11579" y="14358"/>
                  <a:pt x="11501" y="14278"/>
                </a:cubicBezTo>
                <a:moveTo>
                  <a:pt x="12385" y="15751"/>
                </a:moveTo>
                <a:cubicBezTo>
                  <a:pt x="12304" y="16006"/>
                  <a:pt x="12193" y="16216"/>
                  <a:pt x="12052" y="16385"/>
                </a:cubicBezTo>
                <a:cubicBezTo>
                  <a:pt x="11911" y="16553"/>
                  <a:pt x="11747" y="16681"/>
                  <a:pt x="11558" y="16770"/>
                </a:cubicBezTo>
                <a:cubicBezTo>
                  <a:pt x="11369" y="16859"/>
                  <a:pt x="11221" y="16910"/>
                  <a:pt x="11001" y="16922"/>
                </a:cubicBezTo>
                <a:lnTo>
                  <a:pt x="11001" y="17549"/>
                </a:lnTo>
                <a:lnTo>
                  <a:pt x="10605" y="17549"/>
                </a:lnTo>
                <a:lnTo>
                  <a:pt x="10605" y="16922"/>
                </a:lnTo>
                <a:cubicBezTo>
                  <a:pt x="10368" y="16915"/>
                  <a:pt x="10206" y="16863"/>
                  <a:pt x="10009" y="16766"/>
                </a:cubicBezTo>
                <a:cubicBezTo>
                  <a:pt x="9811" y="16667"/>
                  <a:pt x="9642" y="16528"/>
                  <a:pt x="9501" y="16348"/>
                </a:cubicBezTo>
                <a:cubicBezTo>
                  <a:pt x="9361" y="16168"/>
                  <a:pt x="9252" y="15946"/>
                  <a:pt x="9175" y="15683"/>
                </a:cubicBezTo>
                <a:cubicBezTo>
                  <a:pt x="9098" y="15420"/>
                  <a:pt x="9062" y="15117"/>
                  <a:pt x="9066" y="14775"/>
                </a:cubicBezTo>
                <a:lnTo>
                  <a:pt x="9818" y="14775"/>
                </a:lnTo>
                <a:cubicBezTo>
                  <a:pt x="9813" y="15178"/>
                  <a:pt x="9877" y="15496"/>
                  <a:pt x="10009" y="15729"/>
                </a:cubicBezTo>
                <a:cubicBezTo>
                  <a:pt x="10140" y="15961"/>
                  <a:pt x="10302" y="16083"/>
                  <a:pt x="10605" y="16096"/>
                </a:cubicBezTo>
                <a:lnTo>
                  <a:pt x="10605" y="13875"/>
                </a:lnTo>
                <a:cubicBezTo>
                  <a:pt x="10425" y="13807"/>
                  <a:pt x="10302" y="13726"/>
                  <a:pt x="10124" y="13631"/>
                </a:cubicBezTo>
                <a:cubicBezTo>
                  <a:pt x="9946" y="13537"/>
                  <a:pt x="9786" y="13414"/>
                  <a:pt x="9643" y="13264"/>
                </a:cubicBezTo>
                <a:cubicBezTo>
                  <a:pt x="9500" y="13115"/>
                  <a:pt x="9385" y="12927"/>
                  <a:pt x="9297" y="12700"/>
                </a:cubicBezTo>
                <a:cubicBezTo>
                  <a:pt x="9209" y="12474"/>
                  <a:pt x="9165" y="12192"/>
                  <a:pt x="9165" y="11855"/>
                </a:cubicBezTo>
                <a:cubicBezTo>
                  <a:pt x="9165" y="11562"/>
                  <a:pt x="9206" y="11304"/>
                  <a:pt x="9287" y="11080"/>
                </a:cubicBezTo>
                <a:cubicBezTo>
                  <a:pt x="9369" y="10857"/>
                  <a:pt x="9478" y="10670"/>
                  <a:pt x="9617" y="10520"/>
                </a:cubicBezTo>
                <a:cubicBezTo>
                  <a:pt x="9755" y="10370"/>
                  <a:pt x="9914" y="10256"/>
                  <a:pt x="10094" y="10176"/>
                </a:cubicBezTo>
                <a:cubicBezTo>
                  <a:pt x="10274" y="10097"/>
                  <a:pt x="10407" y="10057"/>
                  <a:pt x="10605" y="10057"/>
                </a:cubicBezTo>
                <a:lnTo>
                  <a:pt x="10605" y="9455"/>
                </a:lnTo>
                <a:lnTo>
                  <a:pt x="11001" y="9455"/>
                </a:lnTo>
                <a:lnTo>
                  <a:pt x="11001" y="10057"/>
                </a:lnTo>
                <a:cubicBezTo>
                  <a:pt x="11199" y="10057"/>
                  <a:pt x="11329" y="10093"/>
                  <a:pt x="11505" y="10167"/>
                </a:cubicBezTo>
                <a:cubicBezTo>
                  <a:pt x="11681" y="10240"/>
                  <a:pt x="11834" y="10350"/>
                  <a:pt x="11963" y="10498"/>
                </a:cubicBezTo>
                <a:cubicBezTo>
                  <a:pt x="12093" y="10644"/>
                  <a:pt x="12196" y="10831"/>
                  <a:pt x="12273" y="11057"/>
                </a:cubicBezTo>
                <a:cubicBezTo>
                  <a:pt x="12350" y="11284"/>
                  <a:pt x="12388" y="11547"/>
                  <a:pt x="12388" y="11847"/>
                </a:cubicBezTo>
                <a:lnTo>
                  <a:pt x="11637" y="11847"/>
                </a:lnTo>
                <a:cubicBezTo>
                  <a:pt x="11628" y="11534"/>
                  <a:pt x="11570" y="11296"/>
                  <a:pt x="11463" y="11130"/>
                </a:cubicBezTo>
                <a:cubicBezTo>
                  <a:pt x="11355" y="10965"/>
                  <a:pt x="11238" y="10882"/>
                  <a:pt x="11001" y="10882"/>
                </a:cubicBezTo>
                <a:lnTo>
                  <a:pt x="11001" y="12819"/>
                </a:lnTo>
                <a:cubicBezTo>
                  <a:pt x="11199" y="12894"/>
                  <a:pt x="11336" y="12978"/>
                  <a:pt x="11525" y="13076"/>
                </a:cubicBezTo>
                <a:cubicBezTo>
                  <a:pt x="11714" y="13175"/>
                  <a:pt x="11881" y="13300"/>
                  <a:pt x="12026" y="13453"/>
                </a:cubicBezTo>
                <a:cubicBezTo>
                  <a:pt x="12171" y="13605"/>
                  <a:pt x="12287" y="13795"/>
                  <a:pt x="12375" y="14021"/>
                </a:cubicBezTo>
                <a:cubicBezTo>
                  <a:pt x="12463" y="14248"/>
                  <a:pt x="12507" y="14526"/>
                  <a:pt x="12507" y="14857"/>
                </a:cubicBezTo>
                <a:cubicBezTo>
                  <a:pt x="12507" y="15199"/>
                  <a:pt x="12466" y="15497"/>
                  <a:pt x="12385" y="15751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3"/>
                  <a:pt x="8631" y="18900"/>
                  <a:pt x="10800" y="18900"/>
                </a:cubicBezTo>
                <a:cubicBezTo>
                  <a:pt x="12969" y="18900"/>
                  <a:pt x="14727" y="16483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6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6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 dirty="0">
              <a:latin typeface="Nunito Sans ExtraLight" pitchFamily="2" charset="77"/>
              <a:ea typeface="Open Sans Semibold" charset="0"/>
              <a:cs typeface="Open Sans Semibold" charset="0"/>
            </a:endParaRPr>
          </a:p>
        </p:txBody>
      </p:sp>
      <p:sp>
        <p:nvSpPr>
          <p:cNvPr id="12" name="Freeform 954">
            <a:extLst>
              <a:ext uri="{FF2B5EF4-FFF2-40B4-BE49-F238E27FC236}">
                <a16:creationId xmlns:a16="http://schemas.microsoft.com/office/drawing/2014/main" id="{FB3FA9F8-DC2E-BB42-AEDC-C1DA1E773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0020" y="2385062"/>
            <a:ext cx="692540" cy="717994"/>
          </a:xfrm>
          <a:custGeom>
            <a:avLst/>
            <a:gdLst>
              <a:gd name="T0" fmla="*/ 1903751 w 296503"/>
              <a:gd name="T1" fmla="*/ 2879004 h 296502"/>
              <a:gd name="T2" fmla="*/ 1612911 w 296503"/>
              <a:gd name="T3" fmla="*/ 2879004 h 296502"/>
              <a:gd name="T4" fmla="*/ 1318086 w 296503"/>
              <a:gd name="T5" fmla="*/ 2879004 h 296502"/>
              <a:gd name="T6" fmla="*/ 745752 w 296503"/>
              <a:gd name="T7" fmla="*/ 2879004 h 296502"/>
              <a:gd name="T8" fmla="*/ 466185 w 296503"/>
              <a:gd name="T9" fmla="*/ 2879004 h 296502"/>
              <a:gd name="T10" fmla="*/ 1903751 w 296503"/>
              <a:gd name="T11" fmla="*/ 2618840 h 296502"/>
              <a:gd name="T12" fmla="*/ 1612911 w 296503"/>
              <a:gd name="T13" fmla="*/ 2618840 h 296502"/>
              <a:gd name="T14" fmla="*/ 1318086 w 296503"/>
              <a:gd name="T15" fmla="*/ 2618840 h 296502"/>
              <a:gd name="T16" fmla="*/ 745752 w 296503"/>
              <a:gd name="T17" fmla="*/ 2618840 h 296502"/>
              <a:gd name="T18" fmla="*/ 466185 w 296503"/>
              <a:gd name="T19" fmla="*/ 2618840 h 296502"/>
              <a:gd name="T20" fmla="*/ 1903751 w 296503"/>
              <a:gd name="T21" fmla="*/ 2358694 h 296502"/>
              <a:gd name="T22" fmla="*/ 1612911 w 296503"/>
              <a:gd name="T23" fmla="*/ 2358694 h 296502"/>
              <a:gd name="T24" fmla="*/ 1318086 w 296503"/>
              <a:gd name="T25" fmla="*/ 2358694 h 296502"/>
              <a:gd name="T26" fmla="*/ 745752 w 296503"/>
              <a:gd name="T27" fmla="*/ 2358694 h 296502"/>
              <a:gd name="T28" fmla="*/ 466185 w 296503"/>
              <a:gd name="T29" fmla="*/ 2358694 h 296502"/>
              <a:gd name="T30" fmla="*/ 1903751 w 296503"/>
              <a:gd name="T31" fmla="*/ 2098547 h 296502"/>
              <a:gd name="T32" fmla="*/ 1612911 w 296503"/>
              <a:gd name="T33" fmla="*/ 2098547 h 296502"/>
              <a:gd name="T34" fmla="*/ 1318086 w 296503"/>
              <a:gd name="T35" fmla="*/ 2098547 h 296502"/>
              <a:gd name="T36" fmla="*/ 745752 w 296503"/>
              <a:gd name="T37" fmla="*/ 2098547 h 296502"/>
              <a:gd name="T38" fmla="*/ 466185 w 296503"/>
              <a:gd name="T39" fmla="*/ 2098547 h 296502"/>
              <a:gd name="T40" fmla="*/ 1903751 w 296503"/>
              <a:gd name="T41" fmla="*/ 1821050 h 296502"/>
              <a:gd name="T42" fmla="*/ 1612911 w 296503"/>
              <a:gd name="T43" fmla="*/ 1821050 h 296502"/>
              <a:gd name="T44" fmla="*/ 1318086 w 296503"/>
              <a:gd name="T45" fmla="*/ 1821050 h 296502"/>
              <a:gd name="T46" fmla="*/ 745752 w 296503"/>
              <a:gd name="T47" fmla="*/ 1821050 h 296502"/>
              <a:gd name="T48" fmla="*/ 466185 w 296503"/>
              <a:gd name="T49" fmla="*/ 1821050 h 296502"/>
              <a:gd name="T50" fmla="*/ 1903751 w 296503"/>
              <a:gd name="T51" fmla="*/ 1578244 h 296502"/>
              <a:gd name="T52" fmla="*/ 1612911 w 296503"/>
              <a:gd name="T53" fmla="*/ 1578244 h 296502"/>
              <a:gd name="T54" fmla="*/ 1318086 w 296503"/>
              <a:gd name="T55" fmla="*/ 1578244 h 296502"/>
              <a:gd name="T56" fmla="*/ 745752 w 296503"/>
              <a:gd name="T57" fmla="*/ 1578244 h 296502"/>
              <a:gd name="T58" fmla="*/ 466185 w 296503"/>
              <a:gd name="T59" fmla="*/ 1578244 h 296502"/>
              <a:gd name="T60" fmla="*/ 1903751 w 296503"/>
              <a:gd name="T61" fmla="*/ 1318097 h 296502"/>
              <a:gd name="T62" fmla="*/ 1612911 w 296503"/>
              <a:gd name="T63" fmla="*/ 1318097 h 296502"/>
              <a:gd name="T64" fmla="*/ 1318086 w 296503"/>
              <a:gd name="T65" fmla="*/ 1318097 h 296502"/>
              <a:gd name="T66" fmla="*/ 745752 w 296503"/>
              <a:gd name="T67" fmla="*/ 1318097 h 296502"/>
              <a:gd name="T68" fmla="*/ 466185 w 296503"/>
              <a:gd name="T69" fmla="*/ 1318097 h 296502"/>
              <a:gd name="T70" fmla="*/ 2762988 w 296503"/>
              <a:gd name="T71" fmla="*/ 1601927 h 296502"/>
              <a:gd name="T72" fmla="*/ 2762988 w 296503"/>
              <a:gd name="T73" fmla="*/ 1932548 h 296502"/>
              <a:gd name="T74" fmla="*/ 2762988 w 296503"/>
              <a:gd name="T75" fmla="*/ 2255303 h 296502"/>
              <a:gd name="T76" fmla="*/ 2762988 w 296503"/>
              <a:gd name="T77" fmla="*/ 2585906 h 296502"/>
              <a:gd name="T78" fmla="*/ 2762988 w 296503"/>
              <a:gd name="T79" fmla="*/ 2912589 h 296502"/>
              <a:gd name="T80" fmla="*/ 2259190 w 296503"/>
              <a:gd name="T81" fmla="*/ 1279188 h 296502"/>
              <a:gd name="T82" fmla="*/ 1903751 w 296503"/>
              <a:gd name="T83" fmla="*/ 1040610 h 296502"/>
              <a:gd name="T84" fmla="*/ 1612911 w 296503"/>
              <a:gd name="T85" fmla="*/ 1040610 h 296502"/>
              <a:gd name="T86" fmla="*/ 1318086 w 296503"/>
              <a:gd name="T87" fmla="*/ 1040610 h 296502"/>
              <a:gd name="T88" fmla="*/ 745752 w 296503"/>
              <a:gd name="T89" fmla="*/ 1040610 h 296502"/>
              <a:gd name="T90" fmla="*/ 466185 w 296503"/>
              <a:gd name="T91" fmla="*/ 1040610 h 296502"/>
              <a:gd name="T92" fmla="*/ 228262 w 296503"/>
              <a:gd name="T93" fmla="*/ 885600 h 296502"/>
              <a:gd name="T94" fmla="*/ 1903751 w 296503"/>
              <a:gd name="T95" fmla="*/ 780449 h 296502"/>
              <a:gd name="T96" fmla="*/ 1612911 w 296503"/>
              <a:gd name="T97" fmla="*/ 780449 h 296502"/>
              <a:gd name="T98" fmla="*/ 1318086 w 296503"/>
              <a:gd name="T99" fmla="*/ 780449 h 296502"/>
              <a:gd name="T100" fmla="*/ 1903751 w 296503"/>
              <a:gd name="T101" fmla="*/ 520307 h 296502"/>
              <a:gd name="T102" fmla="*/ 1612911 w 296503"/>
              <a:gd name="T103" fmla="*/ 520307 h 296502"/>
              <a:gd name="T104" fmla="*/ 1318086 w 296503"/>
              <a:gd name="T105" fmla="*/ 520307 h 296502"/>
              <a:gd name="T106" fmla="*/ 1903751 w 296503"/>
              <a:gd name="T107" fmla="*/ 260146 h 296502"/>
              <a:gd name="T108" fmla="*/ 1612911 w 296503"/>
              <a:gd name="T109" fmla="*/ 260146 h 296502"/>
              <a:gd name="T110" fmla="*/ 1318086 w 296503"/>
              <a:gd name="T111" fmla="*/ 260146 h 296502"/>
              <a:gd name="T112" fmla="*/ 1082377 w 296503"/>
              <a:gd name="T113" fmla="*/ 98402 h 296502"/>
              <a:gd name="T114" fmla="*/ 2259190 w 296503"/>
              <a:gd name="T115" fmla="*/ 98402 h 296502"/>
              <a:gd name="T116" fmla="*/ 3109349 w 296503"/>
              <a:gd name="T117" fmla="*/ 1279188 h 296502"/>
              <a:gd name="T118" fmla="*/ 51187 w 296503"/>
              <a:gd name="T119" fmla="*/ 3239269 h 296502"/>
              <a:gd name="T120" fmla="*/ 51187 w 296503"/>
              <a:gd name="T121" fmla="*/ 885600 h 296502"/>
              <a:gd name="T122" fmla="*/ 901317 w 296503"/>
              <a:gd name="T123" fmla="*/ 98402 h 29650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6503" h="296502">
                <a:moveTo>
                  <a:pt x="174259" y="263525"/>
                </a:moveTo>
                <a:cubicBezTo>
                  <a:pt x="176824" y="263525"/>
                  <a:pt x="179022" y="265357"/>
                  <a:pt x="179022" y="267921"/>
                </a:cubicBezTo>
                <a:cubicBezTo>
                  <a:pt x="179022" y="270486"/>
                  <a:pt x="176824" y="272684"/>
                  <a:pt x="174259" y="272684"/>
                </a:cubicBezTo>
                <a:cubicBezTo>
                  <a:pt x="172061" y="272684"/>
                  <a:pt x="169863" y="270486"/>
                  <a:pt x="169863" y="267921"/>
                </a:cubicBezTo>
                <a:cubicBezTo>
                  <a:pt x="169863" y="265357"/>
                  <a:pt x="172061" y="263525"/>
                  <a:pt x="174259" y="263525"/>
                </a:cubicBezTo>
                <a:close/>
                <a:moveTo>
                  <a:pt x="147638" y="263525"/>
                </a:moveTo>
                <a:cubicBezTo>
                  <a:pt x="150202" y="263525"/>
                  <a:pt x="152034" y="265357"/>
                  <a:pt x="152034" y="267921"/>
                </a:cubicBezTo>
                <a:cubicBezTo>
                  <a:pt x="152034" y="270486"/>
                  <a:pt x="150202" y="272684"/>
                  <a:pt x="147638" y="272684"/>
                </a:cubicBezTo>
                <a:cubicBezTo>
                  <a:pt x="144707" y="272684"/>
                  <a:pt x="142875" y="270486"/>
                  <a:pt x="142875" y="267921"/>
                </a:cubicBezTo>
                <a:cubicBezTo>
                  <a:pt x="142875" y="265357"/>
                  <a:pt x="144707" y="263525"/>
                  <a:pt x="147638" y="263525"/>
                </a:cubicBezTo>
                <a:close/>
                <a:moveTo>
                  <a:pt x="120651" y="263525"/>
                </a:moveTo>
                <a:cubicBezTo>
                  <a:pt x="122849" y="263525"/>
                  <a:pt x="125047" y="265357"/>
                  <a:pt x="125047" y="267921"/>
                </a:cubicBezTo>
                <a:cubicBezTo>
                  <a:pt x="125047" y="270486"/>
                  <a:pt x="122849" y="272684"/>
                  <a:pt x="120651" y="272684"/>
                </a:cubicBezTo>
                <a:cubicBezTo>
                  <a:pt x="118086" y="272684"/>
                  <a:pt x="115888" y="270486"/>
                  <a:pt x="115888" y="267921"/>
                </a:cubicBezTo>
                <a:cubicBezTo>
                  <a:pt x="115888" y="265357"/>
                  <a:pt x="118086" y="263525"/>
                  <a:pt x="120651" y="263525"/>
                </a:cubicBezTo>
                <a:close/>
                <a:moveTo>
                  <a:pt x="68263" y="263525"/>
                </a:moveTo>
                <a:cubicBezTo>
                  <a:pt x="70827" y="263525"/>
                  <a:pt x="72659" y="265357"/>
                  <a:pt x="72659" y="267921"/>
                </a:cubicBezTo>
                <a:cubicBezTo>
                  <a:pt x="72659" y="270486"/>
                  <a:pt x="70827" y="272684"/>
                  <a:pt x="68263" y="272684"/>
                </a:cubicBezTo>
                <a:cubicBezTo>
                  <a:pt x="65698" y="272684"/>
                  <a:pt x="63500" y="270486"/>
                  <a:pt x="63500" y="267921"/>
                </a:cubicBezTo>
                <a:cubicBezTo>
                  <a:pt x="63500" y="265357"/>
                  <a:pt x="65698" y="263525"/>
                  <a:pt x="68263" y="263525"/>
                </a:cubicBezTo>
                <a:close/>
                <a:moveTo>
                  <a:pt x="42672" y="263525"/>
                </a:moveTo>
                <a:cubicBezTo>
                  <a:pt x="45339" y="263525"/>
                  <a:pt x="47244" y="265357"/>
                  <a:pt x="47244" y="267921"/>
                </a:cubicBezTo>
                <a:cubicBezTo>
                  <a:pt x="47244" y="270486"/>
                  <a:pt x="45339" y="272684"/>
                  <a:pt x="42672" y="272684"/>
                </a:cubicBezTo>
                <a:cubicBezTo>
                  <a:pt x="40005" y="272684"/>
                  <a:pt x="38100" y="270486"/>
                  <a:pt x="38100" y="267921"/>
                </a:cubicBezTo>
                <a:cubicBezTo>
                  <a:pt x="38100" y="265357"/>
                  <a:pt x="40005" y="263525"/>
                  <a:pt x="42672" y="263525"/>
                </a:cubicBezTo>
                <a:close/>
                <a:moveTo>
                  <a:pt x="174259" y="239712"/>
                </a:moveTo>
                <a:cubicBezTo>
                  <a:pt x="176824" y="239712"/>
                  <a:pt x="179022" y="241910"/>
                  <a:pt x="179022" y="244108"/>
                </a:cubicBezTo>
                <a:cubicBezTo>
                  <a:pt x="179022" y="246673"/>
                  <a:pt x="176824" y="248871"/>
                  <a:pt x="174259" y="248871"/>
                </a:cubicBezTo>
                <a:cubicBezTo>
                  <a:pt x="172061" y="248871"/>
                  <a:pt x="169863" y="246673"/>
                  <a:pt x="169863" y="244108"/>
                </a:cubicBezTo>
                <a:cubicBezTo>
                  <a:pt x="169863" y="241910"/>
                  <a:pt x="172061" y="239712"/>
                  <a:pt x="174259" y="239712"/>
                </a:cubicBezTo>
                <a:close/>
                <a:moveTo>
                  <a:pt x="147638" y="239712"/>
                </a:moveTo>
                <a:cubicBezTo>
                  <a:pt x="150202" y="239712"/>
                  <a:pt x="152034" y="241910"/>
                  <a:pt x="152034" y="244108"/>
                </a:cubicBezTo>
                <a:cubicBezTo>
                  <a:pt x="152034" y="246673"/>
                  <a:pt x="150202" y="248871"/>
                  <a:pt x="147638" y="248871"/>
                </a:cubicBezTo>
                <a:cubicBezTo>
                  <a:pt x="144707" y="248871"/>
                  <a:pt x="142875" y="246673"/>
                  <a:pt x="142875" y="244108"/>
                </a:cubicBezTo>
                <a:cubicBezTo>
                  <a:pt x="142875" y="241910"/>
                  <a:pt x="144707" y="239712"/>
                  <a:pt x="147638" y="239712"/>
                </a:cubicBezTo>
                <a:close/>
                <a:moveTo>
                  <a:pt x="120651" y="239712"/>
                </a:moveTo>
                <a:cubicBezTo>
                  <a:pt x="122849" y="239712"/>
                  <a:pt x="125047" y="241910"/>
                  <a:pt x="125047" y="244108"/>
                </a:cubicBezTo>
                <a:cubicBezTo>
                  <a:pt x="125047" y="246673"/>
                  <a:pt x="122849" y="248871"/>
                  <a:pt x="120651" y="248871"/>
                </a:cubicBezTo>
                <a:cubicBezTo>
                  <a:pt x="118086" y="248871"/>
                  <a:pt x="115888" y="246673"/>
                  <a:pt x="115888" y="244108"/>
                </a:cubicBezTo>
                <a:cubicBezTo>
                  <a:pt x="115888" y="241910"/>
                  <a:pt x="118086" y="239712"/>
                  <a:pt x="120651" y="239712"/>
                </a:cubicBezTo>
                <a:close/>
                <a:moveTo>
                  <a:pt x="68263" y="239712"/>
                </a:moveTo>
                <a:cubicBezTo>
                  <a:pt x="70827" y="239712"/>
                  <a:pt x="72659" y="241910"/>
                  <a:pt x="72659" y="244108"/>
                </a:cubicBezTo>
                <a:cubicBezTo>
                  <a:pt x="72659" y="246673"/>
                  <a:pt x="70827" y="248871"/>
                  <a:pt x="68263" y="248871"/>
                </a:cubicBezTo>
                <a:cubicBezTo>
                  <a:pt x="65698" y="248871"/>
                  <a:pt x="63500" y="246673"/>
                  <a:pt x="63500" y="244108"/>
                </a:cubicBezTo>
                <a:cubicBezTo>
                  <a:pt x="63500" y="241910"/>
                  <a:pt x="65698" y="239712"/>
                  <a:pt x="68263" y="239712"/>
                </a:cubicBezTo>
                <a:close/>
                <a:moveTo>
                  <a:pt x="42672" y="239712"/>
                </a:moveTo>
                <a:cubicBezTo>
                  <a:pt x="45339" y="239712"/>
                  <a:pt x="47244" y="241910"/>
                  <a:pt x="47244" y="244108"/>
                </a:cubicBezTo>
                <a:cubicBezTo>
                  <a:pt x="47244" y="246673"/>
                  <a:pt x="45339" y="248871"/>
                  <a:pt x="42672" y="248871"/>
                </a:cubicBezTo>
                <a:cubicBezTo>
                  <a:pt x="40005" y="248871"/>
                  <a:pt x="38100" y="246673"/>
                  <a:pt x="38100" y="244108"/>
                </a:cubicBezTo>
                <a:cubicBezTo>
                  <a:pt x="38100" y="241910"/>
                  <a:pt x="40005" y="239712"/>
                  <a:pt x="42672" y="239712"/>
                </a:cubicBezTo>
                <a:close/>
                <a:moveTo>
                  <a:pt x="174259" y="215900"/>
                </a:moveTo>
                <a:cubicBezTo>
                  <a:pt x="176824" y="215900"/>
                  <a:pt x="179022" y="217805"/>
                  <a:pt x="179022" y="220472"/>
                </a:cubicBezTo>
                <a:cubicBezTo>
                  <a:pt x="179022" y="223139"/>
                  <a:pt x="176824" y="225044"/>
                  <a:pt x="174259" y="225044"/>
                </a:cubicBezTo>
                <a:cubicBezTo>
                  <a:pt x="172061" y="225044"/>
                  <a:pt x="169863" y="223139"/>
                  <a:pt x="169863" y="220472"/>
                </a:cubicBezTo>
                <a:cubicBezTo>
                  <a:pt x="169863" y="217805"/>
                  <a:pt x="172061" y="215900"/>
                  <a:pt x="174259" y="215900"/>
                </a:cubicBezTo>
                <a:close/>
                <a:moveTo>
                  <a:pt x="147638" y="215900"/>
                </a:moveTo>
                <a:cubicBezTo>
                  <a:pt x="150202" y="215900"/>
                  <a:pt x="152034" y="217805"/>
                  <a:pt x="152034" y="220472"/>
                </a:cubicBezTo>
                <a:cubicBezTo>
                  <a:pt x="152034" y="223139"/>
                  <a:pt x="150202" y="225044"/>
                  <a:pt x="147638" y="225044"/>
                </a:cubicBezTo>
                <a:cubicBezTo>
                  <a:pt x="144707" y="225044"/>
                  <a:pt x="142875" y="223139"/>
                  <a:pt x="142875" y="220472"/>
                </a:cubicBezTo>
                <a:cubicBezTo>
                  <a:pt x="142875" y="217805"/>
                  <a:pt x="144707" y="215900"/>
                  <a:pt x="147638" y="215900"/>
                </a:cubicBezTo>
                <a:close/>
                <a:moveTo>
                  <a:pt x="120651" y="215900"/>
                </a:moveTo>
                <a:cubicBezTo>
                  <a:pt x="122849" y="215900"/>
                  <a:pt x="125047" y="217805"/>
                  <a:pt x="125047" y="220472"/>
                </a:cubicBezTo>
                <a:cubicBezTo>
                  <a:pt x="125047" y="223139"/>
                  <a:pt x="122849" y="225044"/>
                  <a:pt x="120651" y="225044"/>
                </a:cubicBezTo>
                <a:cubicBezTo>
                  <a:pt x="118086" y="225044"/>
                  <a:pt x="115888" y="223139"/>
                  <a:pt x="115888" y="220472"/>
                </a:cubicBezTo>
                <a:cubicBezTo>
                  <a:pt x="115888" y="217805"/>
                  <a:pt x="118086" y="215900"/>
                  <a:pt x="120651" y="215900"/>
                </a:cubicBezTo>
                <a:close/>
                <a:moveTo>
                  <a:pt x="68263" y="215900"/>
                </a:moveTo>
                <a:cubicBezTo>
                  <a:pt x="70827" y="215900"/>
                  <a:pt x="72659" y="217805"/>
                  <a:pt x="72659" y="220472"/>
                </a:cubicBezTo>
                <a:cubicBezTo>
                  <a:pt x="72659" y="223139"/>
                  <a:pt x="70827" y="225044"/>
                  <a:pt x="68263" y="225044"/>
                </a:cubicBezTo>
                <a:cubicBezTo>
                  <a:pt x="65698" y="225044"/>
                  <a:pt x="63500" y="223139"/>
                  <a:pt x="63500" y="220472"/>
                </a:cubicBezTo>
                <a:cubicBezTo>
                  <a:pt x="63500" y="217805"/>
                  <a:pt x="65698" y="215900"/>
                  <a:pt x="68263" y="215900"/>
                </a:cubicBezTo>
                <a:close/>
                <a:moveTo>
                  <a:pt x="42672" y="215900"/>
                </a:moveTo>
                <a:cubicBezTo>
                  <a:pt x="45339" y="215900"/>
                  <a:pt x="47244" y="217805"/>
                  <a:pt x="47244" y="220472"/>
                </a:cubicBezTo>
                <a:cubicBezTo>
                  <a:pt x="47244" y="223139"/>
                  <a:pt x="45339" y="225044"/>
                  <a:pt x="42672" y="225044"/>
                </a:cubicBezTo>
                <a:cubicBezTo>
                  <a:pt x="40005" y="225044"/>
                  <a:pt x="38100" y="223139"/>
                  <a:pt x="38100" y="220472"/>
                </a:cubicBezTo>
                <a:cubicBezTo>
                  <a:pt x="38100" y="217805"/>
                  <a:pt x="40005" y="215900"/>
                  <a:pt x="42672" y="215900"/>
                </a:cubicBezTo>
                <a:close/>
                <a:moveTo>
                  <a:pt x="174259" y="192087"/>
                </a:moveTo>
                <a:cubicBezTo>
                  <a:pt x="176824" y="192087"/>
                  <a:pt x="179022" y="194285"/>
                  <a:pt x="179022" y="196850"/>
                </a:cubicBezTo>
                <a:cubicBezTo>
                  <a:pt x="179022" y="199414"/>
                  <a:pt x="176824" y="201246"/>
                  <a:pt x="174259" y="201246"/>
                </a:cubicBezTo>
                <a:cubicBezTo>
                  <a:pt x="172061" y="201246"/>
                  <a:pt x="169863" y="199414"/>
                  <a:pt x="169863" y="196850"/>
                </a:cubicBezTo>
                <a:cubicBezTo>
                  <a:pt x="169863" y="194285"/>
                  <a:pt x="172061" y="192087"/>
                  <a:pt x="174259" y="192087"/>
                </a:cubicBezTo>
                <a:close/>
                <a:moveTo>
                  <a:pt x="147638" y="192087"/>
                </a:moveTo>
                <a:cubicBezTo>
                  <a:pt x="150202" y="192087"/>
                  <a:pt x="152034" y="194285"/>
                  <a:pt x="152034" y="196850"/>
                </a:cubicBezTo>
                <a:cubicBezTo>
                  <a:pt x="152034" y="199414"/>
                  <a:pt x="150202" y="201246"/>
                  <a:pt x="147638" y="201246"/>
                </a:cubicBezTo>
                <a:cubicBezTo>
                  <a:pt x="144707" y="201246"/>
                  <a:pt x="142875" y="199414"/>
                  <a:pt x="142875" y="196850"/>
                </a:cubicBezTo>
                <a:cubicBezTo>
                  <a:pt x="142875" y="194285"/>
                  <a:pt x="144707" y="192087"/>
                  <a:pt x="147638" y="192087"/>
                </a:cubicBezTo>
                <a:close/>
                <a:moveTo>
                  <a:pt x="120651" y="192087"/>
                </a:moveTo>
                <a:cubicBezTo>
                  <a:pt x="122849" y="192087"/>
                  <a:pt x="125047" y="194285"/>
                  <a:pt x="125047" y="196850"/>
                </a:cubicBezTo>
                <a:cubicBezTo>
                  <a:pt x="125047" y="199414"/>
                  <a:pt x="122849" y="201246"/>
                  <a:pt x="120651" y="201246"/>
                </a:cubicBezTo>
                <a:cubicBezTo>
                  <a:pt x="118086" y="201246"/>
                  <a:pt x="115888" y="199414"/>
                  <a:pt x="115888" y="196850"/>
                </a:cubicBezTo>
                <a:cubicBezTo>
                  <a:pt x="115888" y="194285"/>
                  <a:pt x="118086" y="192087"/>
                  <a:pt x="120651" y="192087"/>
                </a:cubicBezTo>
                <a:close/>
                <a:moveTo>
                  <a:pt x="68263" y="192087"/>
                </a:moveTo>
                <a:cubicBezTo>
                  <a:pt x="70827" y="192087"/>
                  <a:pt x="72659" y="194285"/>
                  <a:pt x="72659" y="196850"/>
                </a:cubicBezTo>
                <a:cubicBezTo>
                  <a:pt x="72659" y="199414"/>
                  <a:pt x="70827" y="201246"/>
                  <a:pt x="68263" y="201246"/>
                </a:cubicBezTo>
                <a:cubicBezTo>
                  <a:pt x="65698" y="201246"/>
                  <a:pt x="63500" y="199414"/>
                  <a:pt x="63500" y="196850"/>
                </a:cubicBezTo>
                <a:cubicBezTo>
                  <a:pt x="63500" y="194285"/>
                  <a:pt x="65698" y="192087"/>
                  <a:pt x="68263" y="192087"/>
                </a:cubicBezTo>
                <a:close/>
                <a:moveTo>
                  <a:pt x="42672" y="192087"/>
                </a:moveTo>
                <a:cubicBezTo>
                  <a:pt x="45339" y="192087"/>
                  <a:pt x="47244" y="194285"/>
                  <a:pt x="47244" y="196850"/>
                </a:cubicBezTo>
                <a:cubicBezTo>
                  <a:pt x="47244" y="199414"/>
                  <a:pt x="45339" y="201246"/>
                  <a:pt x="42672" y="201246"/>
                </a:cubicBezTo>
                <a:cubicBezTo>
                  <a:pt x="40005" y="201246"/>
                  <a:pt x="38100" y="199414"/>
                  <a:pt x="38100" y="196850"/>
                </a:cubicBezTo>
                <a:cubicBezTo>
                  <a:pt x="38100" y="194285"/>
                  <a:pt x="40005" y="192087"/>
                  <a:pt x="42672" y="192087"/>
                </a:cubicBezTo>
                <a:close/>
                <a:moveTo>
                  <a:pt x="174259" y="166687"/>
                </a:moveTo>
                <a:cubicBezTo>
                  <a:pt x="176824" y="166687"/>
                  <a:pt x="179022" y="168804"/>
                  <a:pt x="179022" y="171273"/>
                </a:cubicBezTo>
                <a:cubicBezTo>
                  <a:pt x="179022" y="173743"/>
                  <a:pt x="176824" y="175859"/>
                  <a:pt x="174259" y="175859"/>
                </a:cubicBezTo>
                <a:cubicBezTo>
                  <a:pt x="172061" y="175859"/>
                  <a:pt x="169863" y="173743"/>
                  <a:pt x="169863" y="171273"/>
                </a:cubicBezTo>
                <a:cubicBezTo>
                  <a:pt x="169863" y="168804"/>
                  <a:pt x="172061" y="166687"/>
                  <a:pt x="174259" y="166687"/>
                </a:cubicBezTo>
                <a:close/>
                <a:moveTo>
                  <a:pt x="147638" y="166687"/>
                </a:moveTo>
                <a:cubicBezTo>
                  <a:pt x="150202" y="166687"/>
                  <a:pt x="152034" y="168804"/>
                  <a:pt x="152034" y="171273"/>
                </a:cubicBezTo>
                <a:cubicBezTo>
                  <a:pt x="152034" y="173743"/>
                  <a:pt x="150202" y="175859"/>
                  <a:pt x="147638" y="175859"/>
                </a:cubicBezTo>
                <a:cubicBezTo>
                  <a:pt x="144707" y="175859"/>
                  <a:pt x="142875" y="173743"/>
                  <a:pt x="142875" y="171273"/>
                </a:cubicBezTo>
                <a:cubicBezTo>
                  <a:pt x="142875" y="168804"/>
                  <a:pt x="144707" y="166687"/>
                  <a:pt x="147638" y="166687"/>
                </a:cubicBezTo>
                <a:close/>
                <a:moveTo>
                  <a:pt x="120651" y="166687"/>
                </a:moveTo>
                <a:cubicBezTo>
                  <a:pt x="122849" y="166687"/>
                  <a:pt x="125047" y="168804"/>
                  <a:pt x="125047" y="171273"/>
                </a:cubicBezTo>
                <a:cubicBezTo>
                  <a:pt x="125047" y="173743"/>
                  <a:pt x="122849" y="175859"/>
                  <a:pt x="120651" y="175859"/>
                </a:cubicBezTo>
                <a:cubicBezTo>
                  <a:pt x="118086" y="175859"/>
                  <a:pt x="115888" y="173743"/>
                  <a:pt x="115888" y="171273"/>
                </a:cubicBezTo>
                <a:cubicBezTo>
                  <a:pt x="115888" y="168804"/>
                  <a:pt x="118086" y="166687"/>
                  <a:pt x="120651" y="166687"/>
                </a:cubicBezTo>
                <a:close/>
                <a:moveTo>
                  <a:pt x="68263" y="166687"/>
                </a:moveTo>
                <a:cubicBezTo>
                  <a:pt x="70827" y="166687"/>
                  <a:pt x="72659" y="168804"/>
                  <a:pt x="72659" y="171273"/>
                </a:cubicBezTo>
                <a:cubicBezTo>
                  <a:pt x="72659" y="173743"/>
                  <a:pt x="70827" y="175859"/>
                  <a:pt x="68263" y="175859"/>
                </a:cubicBezTo>
                <a:cubicBezTo>
                  <a:pt x="65698" y="175859"/>
                  <a:pt x="63500" y="173743"/>
                  <a:pt x="63500" y="171273"/>
                </a:cubicBezTo>
                <a:cubicBezTo>
                  <a:pt x="63500" y="168804"/>
                  <a:pt x="65698" y="166687"/>
                  <a:pt x="68263" y="166687"/>
                </a:cubicBezTo>
                <a:close/>
                <a:moveTo>
                  <a:pt x="42672" y="166687"/>
                </a:moveTo>
                <a:cubicBezTo>
                  <a:pt x="45339" y="166687"/>
                  <a:pt x="47244" y="168804"/>
                  <a:pt x="47244" y="171273"/>
                </a:cubicBezTo>
                <a:cubicBezTo>
                  <a:pt x="47244" y="173743"/>
                  <a:pt x="45339" y="175859"/>
                  <a:pt x="42672" y="175859"/>
                </a:cubicBezTo>
                <a:cubicBezTo>
                  <a:pt x="40005" y="175859"/>
                  <a:pt x="38100" y="173743"/>
                  <a:pt x="38100" y="171273"/>
                </a:cubicBezTo>
                <a:cubicBezTo>
                  <a:pt x="38100" y="168804"/>
                  <a:pt x="40005" y="166687"/>
                  <a:pt x="42672" y="166687"/>
                </a:cubicBezTo>
                <a:close/>
                <a:moveTo>
                  <a:pt x="174259" y="144462"/>
                </a:moveTo>
                <a:cubicBezTo>
                  <a:pt x="176824" y="144462"/>
                  <a:pt x="179022" y="146660"/>
                  <a:pt x="179022" y="148858"/>
                </a:cubicBezTo>
                <a:cubicBezTo>
                  <a:pt x="179022" y="151423"/>
                  <a:pt x="176824" y="153621"/>
                  <a:pt x="174259" y="153621"/>
                </a:cubicBezTo>
                <a:cubicBezTo>
                  <a:pt x="172061" y="153621"/>
                  <a:pt x="169863" y="151423"/>
                  <a:pt x="169863" y="148858"/>
                </a:cubicBezTo>
                <a:cubicBezTo>
                  <a:pt x="169863" y="146660"/>
                  <a:pt x="172061" y="144462"/>
                  <a:pt x="174259" y="144462"/>
                </a:cubicBezTo>
                <a:close/>
                <a:moveTo>
                  <a:pt x="147638" y="144462"/>
                </a:moveTo>
                <a:cubicBezTo>
                  <a:pt x="150202" y="144462"/>
                  <a:pt x="152034" y="146660"/>
                  <a:pt x="152034" y="148858"/>
                </a:cubicBezTo>
                <a:cubicBezTo>
                  <a:pt x="152034" y="151423"/>
                  <a:pt x="150202" y="153621"/>
                  <a:pt x="147638" y="153621"/>
                </a:cubicBezTo>
                <a:cubicBezTo>
                  <a:pt x="144707" y="153621"/>
                  <a:pt x="142875" y="151423"/>
                  <a:pt x="142875" y="148858"/>
                </a:cubicBezTo>
                <a:cubicBezTo>
                  <a:pt x="142875" y="146660"/>
                  <a:pt x="144707" y="144462"/>
                  <a:pt x="147638" y="144462"/>
                </a:cubicBezTo>
                <a:close/>
                <a:moveTo>
                  <a:pt x="120651" y="144462"/>
                </a:moveTo>
                <a:cubicBezTo>
                  <a:pt x="122849" y="144462"/>
                  <a:pt x="125047" y="146660"/>
                  <a:pt x="125047" y="148858"/>
                </a:cubicBezTo>
                <a:cubicBezTo>
                  <a:pt x="125047" y="151423"/>
                  <a:pt x="122849" y="153621"/>
                  <a:pt x="120651" y="153621"/>
                </a:cubicBezTo>
                <a:cubicBezTo>
                  <a:pt x="118086" y="153621"/>
                  <a:pt x="115888" y="151423"/>
                  <a:pt x="115888" y="148858"/>
                </a:cubicBezTo>
                <a:cubicBezTo>
                  <a:pt x="115888" y="146660"/>
                  <a:pt x="118086" y="144462"/>
                  <a:pt x="120651" y="144462"/>
                </a:cubicBezTo>
                <a:close/>
                <a:moveTo>
                  <a:pt x="68263" y="144462"/>
                </a:moveTo>
                <a:cubicBezTo>
                  <a:pt x="70827" y="144462"/>
                  <a:pt x="72659" y="146660"/>
                  <a:pt x="72659" y="148858"/>
                </a:cubicBezTo>
                <a:cubicBezTo>
                  <a:pt x="72659" y="151423"/>
                  <a:pt x="70827" y="153621"/>
                  <a:pt x="68263" y="153621"/>
                </a:cubicBezTo>
                <a:cubicBezTo>
                  <a:pt x="65698" y="153621"/>
                  <a:pt x="63500" y="151423"/>
                  <a:pt x="63500" y="148858"/>
                </a:cubicBezTo>
                <a:cubicBezTo>
                  <a:pt x="63500" y="146660"/>
                  <a:pt x="65698" y="144462"/>
                  <a:pt x="68263" y="144462"/>
                </a:cubicBezTo>
                <a:close/>
                <a:moveTo>
                  <a:pt x="42672" y="144462"/>
                </a:moveTo>
                <a:cubicBezTo>
                  <a:pt x="45339" y="144462"/>
                  <a:pt x="47244" y="146660"/>
                  <a:pt x="47244" y="148858"/>
                </a:cubicBezTo>
                <a:cubicBezTo>
                  <a:pt x="47244" y="151423"/>
                  <a:pt x="45339" y="153621"/>
                  <a:pt x="42672" y="153621"/>
                </a:cubicBezTo>
                <a:cubicBezTo>
                  <a:pt x="40005" y="153621"/>
                  <a:pt x="38100" y="151423"/>
                  <a:pt x="38100" y="148858"/>
                </a:cubicBezTo>
                <a:cubicBezTo>
                  <a:pt x="38100" y="146660"/>
                  <a:pt x="40005" y="144462"/>
                  <a:pt x="42672" y="144462"/>
                </a:cubicBezTo>
                <a:close/>
                <a:moveTo>
                  <a:pt x="174259" y="120650"/>
                </a:moveTo>
                <a:cubicBezTo>
                  <a:pt x="176824" y="120650"/>
                  <a:pt x="179022" y="122555"/>
                  <a:pt x="179022" y="125222"/>
                </a:cubicBezTo>
                <a:cubicBezTo>
                  <a:pt x="179022" y="127889"/>
                  <a:pt x="176824" y="129794"/>
                  <a:pt x="174259" y="129794"/>
                </a:cubicBezTo>
                <a:cubicBezTo>
                  <a:pt x="172061" y="129794"/>
                  <a:pt x="169863" y="127889"/>
                  <a:pt x="169863" y="125222"/>
                </a:cubicBezTo>
                <a:cubicBezTo>
                  <a:pt x="169863" y="122555"/>
                  <a:pt x="172061" y="120650"/>
                  <a:pt x="174259" y="120650"/>
                </a:cubicBezTo>
                <a:close/>
                <a:moveTo>
                  <a:pt x="147638" y="120650"/>
                </a:moveTo>
                <a:cubicBezTo>
                  <a:pt x="150202" y="120650"/>
                  <a:pt x="152034" y="122555"/>
                  <a:pt x="152034" y="125222"/>
                </a:cubicBezTo>
                <a:cubicBezTo>
                  <a:pt x="152034" y="127889"/>
                  <a:pt x="150202" y="129794"/>
                  <a:pt x="147638" y="129794"/>
                </a:cubicBezTo>
                <a:cubicBezTo>
                  <a:pt x="144707" y="129794"/>
                  <a:pt x="142875" y="127889"/>
                  <a:pt x="142875" y="125222"/>
                </a:cubicBezTo>
                <a:cubicBezTo>
                  <a:pt x="142875" y="122555"/>
                  <a:pt x="144707" y="120650"/>
                  <a:pt x="147638" y="120650"/>
                </a:cubicBezTo>
                <a:close/>
                <a:moveTo>
                  <a:pt x="120651" y="120650"/>
                </a:moveTo>
                <a:cubicBezTo>
                  <a:pt x="122849" y="120650"/>
                  <a:pt x="125047" y="122555"/>
                  <a:pt x="125047" y="125222"/>
                </a:cubicBezTo>
                <a:cubicBezTo>
                  <a:pt x="125047" y="127889"/>
                  <a:pt x="122849" y="129794"/>
                  <a:pt x="120651" y="129794"/>
                </a:cubicBezTo>
                <a:cubicBezTo>
                  <a:pt x="118086" y="129794"/>
                  <a:pt x="115888" y="127889"/>
                  <a:pt x="115888" y="125222"/>
                </a:cubicBezTo>
                <a:cubicBezTo>
                  <a:pt x="115888" y="122555"/>
                  <a:pt x="118086" y="120650"/>
                  <a:pt x="120651" y="120650"/>
                </a:cubicBezTo>
                <a:close/>
                <a:moveTo>
                  <a:pt x="68263" y="120650"/>
                </a:moveTo>
                <a:cubicBezTo>
                  <a:pt x="70827" y="120650"/>
                  <a:pt x="72659" y="122555"/>
                  <a:pt x="72659" y="125222"/>
                </a:cubicBezTo>
                <a:cubicBezTo>
                  <a:pt x="72659" y="127889"/>
                  <a:pt x="70827" y="129794"/>
                  <a:pt x="68263" y="129794"/>
                </a:cubicBezTo>
                <a:cubicBezTo>
                  <a:pt x="65698" y="129794"/>
                  <a:pt x="63500" y="127889"/>
                  <a:pt x="63500" y="125222"/>
                </a:cubicBezTo>
                <a:cubicBezTo>
                  <a:pt x="63500" y="122555"/>
                  <a:pt x="65698" y="120650"/>
                  <a:pt x="68263" y="120650"/>
                </a:cubicBezTo>
                <a:close/>
                <a:moveTo>
                  <a:pt x="42672" y="120650"/>
                </a:moveTo>
                <a:cubicBezTo>
                  <a:pt x="45339" y="120650"/>
                  <a:pt x="47244" y="122555"/>
                  <a:pt x="47244" y="125222"/>
                </a:cubicBezTo>
                <a:cubicBezTo>
                  <a:pt x="47244" y="127889"/>
                  <a:pt x="45339" y="129794"/>
                  <a:pt x="42672" y="129794"/>
                </a:cubicBezTo>
                <a:cubicBezTo>
                  <a:pt x="40005" y="129794"/>
                  <a:pt x="38100" y="127889"/>
                  <a:pt x="38100" y="125222"/>
                </a:cubicBezTo>
                <a:cubicBezTo>
                  <a:pt x="38100" y="122555"/>
                  <a:pt x="40005" y="120650"/>
                  <a:pt x="42672" y="120650"/>
                </a:cubicBezTo>
                <a:close/>
                <a:moveTo>
                  <a:pt x="206795" y="117088"/>
                </a:moveTo>
                <a:lnTo>
                  <a:pt x="206795" y="137983"/>
                </a:lnTo>
                <a:lnTo>
                  <a:pt x="252910" y="137983"/>
                </a:lnTo>
                <a:cubicBezTo>
                  <a:pt x="255432" y="137983"/>
                  <a:pt x="257593" y="139785"/>
                  <a:pt x="257593" y="142307"/>
                </a:cubicBezTo>
                <a:cubicBezTo>
                  <a:pt x="257593" y="144828"/>
                  <a:pt x="255432" y="146630"/>
                  <a:pt x="252910" y="146630"/>
                </a:cubicBezTo>
                <a:lnTo>
                  <a:pt x="206795" y="146630"/>
                </a:lnTo>
                <a:lnTo>
                  <a:pt x="206795" y="167525"/>
                </a:lnTo>
                <a:lnTo>
                  <a:pt x="252910" y="167525"/>
                </a:lnTo>
                <a:cubicBezTo>
                  <a:pt x="255432" y="167525"/>
                  <a:pt x="257593" y="169687"/>
                  <a:pt x="257593" y="172209"/>
                </a:cubicBezTo>
                <a:cubicBezTo>
                  <a:pt x="257593" y="174731"/>
                  <a:pt x="255432" y="176892"/>
                  <a:pt x="252910" y="176892"/>
                </a:cubicBezTo>
                <a:lnTo>
                  <a:pt x="206795" y="176892"/>
                </a:lnTo>
                <a:lnTo>
                  <a:pt x="206795" y="197788"/>
                </a:lnTo>
                <a:lnTo>
                  <a:pt x="252910" y="197788"/>
                </a:lnTo>
                <a:cubicBezTo>
                  <a:pt x="255432" y="197788"/>
                  <a:pt x="257593" y="199589"/>
                  <a:pt x="257593" y="202111"/>
                </a:cubicBezTo>
                <a:cubicBezTo>
                  <a:pt x="257593" y="204633"/>
                  <a:pt x="255432" y="206435"/>
                  <a:pt x="252910" y="206435"/>
                </a:cubicBezTo>
                <a:lnTo>
                  <a:pt x="206795" y="206435"/>
                </a:lnTo>
                <a:lnTo>
                  <a:pt x="206795" y="227690"/>
                </a:lnTo>
                <a:lnTo>
                  <a:pt x="252910" y="227690"/>
                </a:lnTo>
                <a:cubicBezTo>
                  <a:pt x="255432" y="227690"/>
                  <a:pt x="257593" y="229852"/>
                  <a:pt x="257593" y="232014"/>
                </a:cubicBezTo>
                <a:cubicBezTo>
                  <a:pt x="257593" y="234536"/>
                  <a:pt x="255432" y="236697"/>
                  <a:pt x="252910" y="236697"/>
                </a:cubicBezTo>
                <a:lnTo>
                  <a:pt x="206795" y="236697"/>
                </a:lnTo>
                <a:lnTo>
                  <a:pt x="206795" y="257593"/>
                </a:lnTo>
                <a:lnTo>
                  <a:pt x="252910" y="257593"/>
                </a:lnTo>
                <a:cubicBezTo>
                  <a:pt x="255432" y="257593"/>
                  <a:pt x="257593" y="259754"/>
                  <a:pt x="257593" y="261916"/>
                </a:cubicBezTo>
                <a:cubicBezTo>
                  <a:pt x="257593" y="264438"/>
                  <a:pt x="255432" y="266600"/>
                  <a:pt x="252910" y="266600"/>
                </a:cubicBezTo>
                <a:lnTo>
                  <a:pt x="206795" y="266600"/>
                </a:lnTo>
                <a:lnTo>
                  <a:pt x="206795" y="287495"/>
                </a:lnTo>
                <a:lnTo>
                  <a:pt x="275607" y="287495"/>
                </a:lnTo>
                <a:lnTo>
                  <a:pt x="275607" y="117088"/>
                </a:lnTo>
                <a:lnTo>
                  <a:pt x="206795" y="117088"/>
                </a:lnTo>
                <a:close/>
                <a:moveTo>
                  <a:pt x="174259" y="95250"/>
                </a:moveTo>
                <a:cubicBezTo>
                  <a:pt x="176824" y="95250"/>
                  <a:pt x="179022" y="97448"/>
                  <a:pt x="179022" y="100013"/>
                </a:cubicBezTo>
                <a:cubicBezTo>
                  <a:pt x="179022" y="102577"/>
                  <a:pt x="176824" y="104409"/>
                  <a:pt x="174259" y="104409"/>
                </a:cubicBezTo>
                <a:cubicBezTo>
                  <a:pt x="172061" y="104409"/>
                  <a:pt x="169863" y="102577"/>
                  <a:pt x="169863" y="100013"/>
                </a:cubicBezTo>
                <a:cubicBezTo>
                  <a:pt x="169863" y="97448"/>
                  <a:pt x="172061" y="95250"/>
                  <a:pt x="174259" y="95250"/>
                </a:cubicBezTo>
                <a:close/>
                <a:moveTo>
                  <a:pt x="147638" y="95250"/>
                </a:moveTo>
                <a:cubicBezTo>
                  <a:pt x="150202" y="95250"/>
                  <a:pt x="152034" y="97448"/>
                  <a:pt x="152034" y="100013"/>
                </a:cubicBezTo>
                <a:cubicBezTo>
                  <a:pt x="152034" y="102577"/>
                  <a:pt x="150202" y="104409"/>
                  <a:pt x="147638" y="104409"/>
                </a:cubicBezTo>
                <a:cubicBezTo>
                  <a:pt x="144707" y="104409"/>
                  <a:pt x="142875" y="102577"/>
                  <a:pt x="142875" y="100013"/>
                </a:cubicBezTo>
                <a:cubicBezTo>
                  <a:pt x="142875" y="97448"/>
                  <a:pt x="144707" y="95250"/>
                  <a:pt x="147638" y="95250"/>
                </a:cubicBezTo>
                <a:close/>
                <a:moveTo>
                  <a:pt x="120651" y="95250"/>
                </a:moveTo>
                <a:cubicBezTo>
                  <a:pt x="122849" y="95250"/>
                  <a:pt x="125047" y="97448"/>
                  <a:pt x="125047" y="100013"/>
                </a:cubicBezTo>
                <a:cubicBezTo>
                  <a:pt x="125047" y="102577"/>
                  <a:pt x="122849" y="104409"/>
                  <a:pt x="120651" y="104409"/>
                </a:cubicBezTo>
                <a:cubicBezTo>
                  <a:pt x="118086" y="104409"/>
                  <a:pt x="115888" y="102577"/>
                  <a:pt x="115888" y="100013"/>
                </a:cubicBezTo>
                <a:cubicBezTo>
                  <a:pt x="115888" y="97448"/>
                  <a:pt x="118086" y="95250"/>
                  <a:pt x="120651" y="95250"/>
                </a:cubicBezTo>
                <a:close/>
                <a:moveTo>
                  <a:pt x="68263" y="95250"/>
                </a:moveTo>
                <a:cubicBezTo>
                  <a:pt x="70827" y="95250"/>
                  <a:pt x="72659" y="97448"/>
                  <a:pt x="72659" y="100013"/>
                </a:cubicBezTo>
                <a:cubicBezTo>
                  <a:pt x="72659" y="102577"/>
                  <a:pt x="70827" y="104409"/>
                  <a:pt x="68263" y="104409"/>
                </a:cubicBezTo>
                <a:cubicBezTo>
                  <a:pt x="65698" y="104409"/>
                  <a:pt x="63500" y="102577"/>
                  <a:pt x="63500" y="100013"/>
                </a:cubicBezTo>
                <a:cubicBezTo>
                  <a:pt x="63500" y="97448"/>
                  <a:pt x="65698" y="95250"/>
                  <a:pt x="68263" y="95250"/>
                </a:cubicBezTo>
                <a:close/>
                <a:moveTo>
                  <a:pt x="42672" y="95250"/>
                </a:moveTo>
                <a:cubicBezTo>
                  <a:pt x="45339" y="95250"/>
                  <a:pt x="47244" y="97448"/>
                  <a:pt x="47244" y="100013"/>
                </a:cubicBezTo>
                <a:cubicBezTo>
                  <a:pt x="47244" y="102577"/>
                  <a:pt x="45339" y="104409"/>
                  <a:pt x="42672" y="104409"/>
                </a:cubicBezTo>
                <a:cubicBezTo>
                  <a:pt x="40005" y="104409"/>
                  <a:pt x="38100" y="102577"/>
                  <a:pt x="38100" y="100013"/>
                </a:cubicBezTo>
                <a:cubicBezTo>
                  <a:pt x="38100" y="97448"/>
                  <a:pt x="40005" y="95250"/>
                  <a:pt x="42672" y="95250"/>
                </a:cubicBezTo>
                <a:close/>
                <a:moveTo>
                  <a:pt x="20896" y="81061"/>
                </a:moveTo>
                <a:lnTo>
                  <a:pt x="20896" y="287495"/>
                </a:lnTo>
                <a:lnTo>
                  <a:pt x="89708" y="287495"/>
                </a:lnTo>
                <a:lnTo>
                  <a:pt x="89708" y="81061"/>
                </a:lnTo>
                <a:lnTo>
                  <a:pt x="20896" y="81061"/>
                </a:lnTo>
                <a:close/>
                <a:moveTo>
                  <a:pt x="174259" y="71437"/>
                </a:moveTo>
                <a:cubicBezTo>
                  <a:pt x="176824" y="71437"/>
                  <a:pt x="179022" y="73269"/>
                  <a:pt x="179022" y="75833"/>
                </a:cubicBezTo>
                <a:cubicBezTo>
                  <a:pt x="179022" y="78398"/>
                  <a:pt x="176824" y="80596"/>
                  <a:pt x="174259" y="80596"/>
                </a:cubicBezTo>
                <a:cubicBezTo>
                  <a:pt x="172061" y="80596"/>
                  <a:pt x="169863" y="78398"/>
                  <a:pt x="169863" y="75833"/>
                </a:cubicBezTo>
                <a:cubicBezTo>
                  <a:pt x="169863" y="73269"/>
                  <a:pt x="172061" y="71437"/>
                  <a:pt x="174259" y="71437"/>
                </a:cubicBezTo>
                <a:close/>
                <a:moveTo>
                  <a:pt x="147638" y="71437"/>
                </a:moveTo>
                <a:cubicBezTo>
                  <a:pt x="150202" y="71437"/>
                  <a:pt x="152034" y="73269"/>
                  <a:pt x="152034" y="75833"/>
                </a:cubicBezTo>
                <a:cubicBezTo>
                  <a:pt x="152034" y="78398"/>
                  <a:pt x="150202" y="80596"/>
                  <a:pt x="147638" y="80596"/>
                </a:cubicBezTo>
                <a:cubicBezTo>
                  <a:pt x="144707" y="80596"/>
                  <a:pt x="142875" y="78398"/>
                  <a:pt x="142875" y="75833"/>
                </a:cubicBezTo>
                <a:cubicBezTo>
                  <a:pt x="142875" y="73269"/>
                  <a:pt x="144707" y="71437"/>
                  <a:pt x="147638" y="71437"/>
                </a:cubicBezTo>
                <a:close/>
                <a:moveTo>
                  <a:pt x="120651" y="71437"/>
                </a:moveTo>
                <a:cubicBezTo>
                  <a:pt x="122849" y="71437"/>
                  <a:pt x="125047" y="73269"/>
                  <a:pt x="125047" y="75833"/>
                </a:cubicBezTo>
                <a:cubicBezTo>
                  <a:pt x="125047" y="78398"/>
                  <a:pt x="122849" y="80596"/>
                  <a:pt x="120651" y="80596"/>
                </a:cubicBezTo>
                <a:cubicBezTo>
                  <a:pt x="118086" y="80596"/>
                  <a:pt x="115888" y="78398"/>
                  <a:pt x="115888" y="75833"/>
                </a:cubicBezTo>
                <a:cubicBezTo>
                  <a:pt x="115888" y="73269"/>
                  <a:pt x="118086" y="71437"/>
                  <a:pt x="120651" y="71437"/>
                </a:cubicBezTo>
                <a:close/>
                <a:moveTo>
                  <a:pt x="174259" y="47625"/>
                </a:moveTo>
                <a:cubicBezTo>
                  <a:pt x="176824" y="47625"/>
                  <a:pt x="179022" y="49823"/>
                  <a:pt x="179022" y="52388"/>
                </a:cubicBezTo>
                <a:cubicBezTo>
                  <a:pt x="179022" y="54586"/>
                  <a:pt x="176824" y="56784"/>
                  <a:pt x="174259" y="56784"/>
                </a:cubicBezTo>
                <a:cubicBezTo>
                  <a:pt x="172061" y="56784"/>
                  <a:pt x="169863" y="54586"/>
                  <a:pt x="169863" y="52388"/>
                </a:cubicBezTo>
                <a:cubicBezTo>
                  <a:pt x="169863" y="49823"/>
                  <a:pt x="172061" y="47625"/>
                  <a:pt x="174259" y="47625"/>
                </a:cubicBezTo>
                <a:close/>
                <a:moveTo>
                  <a:pt x="147638" y="47625"/>
                </a:moveTo>
                <a:cubicBezTo>
                  <a:pt x="150202" y="47625"/>
                  <a:pt x="152034" y="49823"/>
                  <a:pt x="152034" y="52388"/>
                </a:cubicBezTo>
                <a:cubicBezTo>
                  <a:pt x="152034" y="54586"/>
                  <a:pt x="150202" y="56784"/>
                  <a:pt x="147638" y="56784"/>
                </a:cubicBezTo>
                <a:cubicBezTo>
                  <a:pt x="144707" y="56784"/>
                  <a:pt x="142875" y="54586"/>
                  <a:pt x="142875" y="52388"/>
                </a:cubicBezTo>
                <a:cubicBezTo>
                  <a:pt x="142875" y="49823"/>
                  <a:pt x="144707" y="47625"/>
                  <a:pt x="147638" y="47625"/>
                </a:cubicBezTo>
                <a:close/>
                <a:moveTo>
                  <a:pt x="120651" y="47625"/>
                </a:moveTo>
                <a:cubicBezTo>
                  <a:pt x="122849" y="47625"/>
                  <a:pt x="125047" y="49823"/>
                  <a:pt x="125047" y="52388"/>
                </a:cubicBezTo>
                <a:cubicBezTo>
                  <a:pt x="125047" y="54586"/>
                  <a:pt x="122849" y="56784"/>
                  <a:pt x="120651" y="56784"/>
                </a:cubicBezTo>
                <a:cubicBezTo>
                  <a:pt x="118086" y="56784"/>
                  <a:pt x="115888" y="54586"/>
                  <a:pt x="115888" y="52388"/>
                </a:cubicBezTo>
                <a:cubicBezTo>
                  <a:pt x="115888" y="49823"/>
                  <a:pt x="118086" y="47625"/>
                  <a:pt x="120651" y="47625"/>
                </a:cubicBezTo>
                <a:close/>
                <a:moveTo>
                  <a:pt x="174259" y="23812"/>
                </a:moveTo>
                <a:cubicBezTo>
                  <a:pt x="176824" y="23812"/>
                  <a:pt x="179022" y="25929"/>
                  <a:pt x="179022" y="28398"/>
                </a:cubicBezTo>
                <a:cubicBezTo>
                  <a:pt x="179022" y="30868"/>
                  <a:pt x="176824" y="32984"/>
                  <a:pt x="174259" y="32984"/>
                </a:cubicBezTo>
                <a:cubicBezTo>
                  <a:pt x="172061" y="32984"/>
                  <a:pt x="169863" y="30868"/>
                  <a:pt x="169863" y="28398"/>
                </a:cubicBezTo>
                <a:cubicBezTo>
                  <a:pt x="169863" y="25929"/>
                  <a:pt x="172061" y="23812"/>
                  <a:pt x="174259" y="23812"/>
                </a:cubicBezTo>
                <a:close/>
                <a:moveTo>
                  <a:pt x="147638" y="23812"/>
                </a:moveTo>
                <a:cubicBezTo>
                  <a:pt x="150202" y="23812"/>
                  <a:pt x="152034" y="25929"/>
                  <a:pt x="152034" y="28398"/>
                </a:cubicBezTo>
                <a:cubicBezTo>
                  <a:pt x="152034" y="30868"/>
                  <a:pt x="150202" y="32984"/>
                  <a:pt x="147638" y="32984"/>
                </a:cubicBezTo>
                <a:cubicBezTo>
                  <a:pt x="144707" y="32984"/>
                  <a:pt x="142875" y="30868"/>
                  <a:pt x="142875" y="28398"/>
                </a:cubicBezTo>
                <a:cubicBezTo>
                  <a:pt x="142875" y="25929"/>
                  <a:pt x="144707" y="23812"/>
                  <a:pt x="147638" y="23812"/>
                </a:cubicBezTo>
                <a:close/>
                <a:moveTo>
                  <a:pt x="120651" y="23812"/>
                </a:moveTo>
                <a:cubicBezTo>
                  <a:pt x="122849" y="23812"/>
                  <a:pt x="125047" y="25929"/>
                  <a:pt x="125047" y="28398"/>
                </a:cubicBezTo>
                <a:cubicBezTo>
                  <a:pt x="125047" y="30868"/>
                  <a:pt x="122849" y="32984"/>
                  <a:pt x="120651" y="32984"/>
                </a:cubicBezTo>
                <a:cubicBezTo>
                  <a:pt x="118086" y="32984"/>
                  <a:pt x="115888" y="30868"/>
                  <a:pt x="115888" y="28398"/>
                </a:cubicBezTo>
                <a:cubicBezTo>
                  <a:pt x="115888" y="25929"/>
                  <a:pt x="118086" y="23812"/>
                  <a:pt x="120651" y="23812"/>
                </a:cubicBezTo>
                <a:close/>
                <a:moveTo>
                  <a:pt x="99075" y="9007"/>
                </a:moveTo>
                <a:lnTo>
                  <a:pt x="99075" y="287495"/>
                </a:lnTo>
                <a:lnTo>
                  <a:pt x="197789" y="287495"/>
                </a:lnTo>
                <a:lnTo>
                  <a:pt x="197789" y="9007"/>
                </a:lnTo>
                <a:lnTo>
                  <a:pt x="99075" y="9007"/>
                </a:lnTo>
                <a:close/>
                <a:moveTo>
                  <a:pt x="82502" y="0"/>
                </a:moveTo>
                <a:lnTo>
                  <a:pt x="214001" y="0"/>
                </a:lnTo>
                <a:cubicBezTo>
                  <a:pt x="216523" y="0"/>
                  <a:pt x="218684" y="1801"/>
                  <a:pt x="218684" y="4684"/>
                </a:cubicBezTo>
                <a:cubicBezTo>
                  <a:pt x="218684" y="7205"/>
                  <a:pt x="216523" y="9007"/>
                  <a:pt x="214001" y="9007"/>
                </a:cubicBezTo>
                <a:lnTo>
                  <a:pt x="206795" y="9007"/>
                </a:lnTo>
                <a:lnTo>
                  <a:pt x="206795" y="107721"/>
                </a:lnTo>
                <a:lnTo>
                  <a:pt x="291819" y="107721"/>
                </a:lnTo>
                <a:cubicBezTo>
                  <a:pt x="294341" y="107721"/>
                  <a:pt x="296503" y="109882"/>
                  <a:pt x="296503" y="112404"/>
                </a:cubicBezTo>
                <a:cubicBezTo>
                  <a:pt x="296503" y="114926"/>
                  <a:pt x="294341" y="117088"/>
                  <a:pt x="291819" y="117088"/>
                </a:cubicBezTo>
                <a:lnTo>
                  <a:pt x="284614" y="117088"/>
                </a:lnTo>
                <a:lnTo>
                  <a:pt x="284614" y="287495"/>
                </a:lnTo>
                <a:lnTo>
                  <a:pt x="291819" y="287495"/>
                </a:lnTo>
                <a:cubicBezTo>
                  <a:pt x="294341" y="287495"/>
                  <a:pt x="296503" y="289657"/>
                  <a:pt x="296503" y="292179"/>
                </a:cubicBezTo>
                <a:cubicBezTo>
                  <a:pt x="296503" y="294340"/>
                  <a:pt x="294341" y="296502"/>
                  <a:pt x="291819" y="296502"/>
                </a:cubicBezTo>
                <a:lnTo>
                  <a:pt x="4684" y="296502"/>
                </a:lnTo>
                <a:cubicBezTo>
                  <a:pt x="2162" y="296502"/>
                  <a:pt x="0" y="294340"/>
                  <a:pt x="0" y="292179"/>
                </a:cubicBezTo>
                <a:cubicBezTo>
                  <a:pt x="0" y="289657"/>
                  <a:pt x="2162" y="287495"/>
                  <a:pt x="4684" y="287495"/>
                </a:cubicBezTo>
                <a:lnTo>
                  <a:pt x="11889" y="287495"/>
                </a:lnTo>
                <a:lnTo>
                  <a:pt x="11889" y="81061"/>
                </a:lnTo>
                <a:lnTo>
                  <a:pt x="4684" y="81061"/>
                </a:lnTo>
                <a:cubicBezTo>
                  <a:pt x="2162" y="81061"/>
                  <a:pt x="0" y="78899"/>
                  <a:pt x="0" y="76377"/>
                </a:cubicBezTo>
                <a:cubicBezTo>
                  <a:pt x="0" y="73855"/>
                  <a:pt x="2162" y="72054"/>
                  <a:pt x="4684" y="72054"/>
                </a:cubicBezTo>
                <a:lnTo>
                  <a:pt x="89708" y="72054"/>
                </a:lnTo>
                <a:lnTo>
                  <a:pt x="89708" y="9007"/>
                </a:lnTo>
                <a:lnTo>
                  <a:pt x="82502" y="9007"/>
                </a:lnTo>
                <a:cubicBezTo>
                  <a:pt x="79980" y="9007"/>
                  <a:pt x="78179" y="7205"/>
                  <a:pt x="78179" y="4684"/>
                </a:cubicBezTo>
                <a:cubicBezTo>
                  <a:pt x="78179" y="1801"/>
                  <a:pt x="79980" y="0"/>
                  <a:pt x="825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3" name="Freeform 954">
            <a:extLst>
              <a:ext uri="{FF2B5EF4-FFF2-40B4-BE49-F238E27FC236}">
                <a16:creationId xmlns:a16="http://schemas.microsoft.com/office/drawing/2014/main" id="{F4D82BDE-A686-BC47-9DCC-C129B8EBD1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12944" y="2877933"/>
            <a:ext cx="656270" cy="656270"/>
          </a:xfrm>
          <a:custGeom>
            <a:avLst/>
            <a:gdLst>
              <a:gd name="T0" fmla="*/ 742532 w 283805"/>
              <a:gd name="T1" fmla="*/ 2551530 h 283804"/>
              <a:gd name="T2" fmla="*/ 1338926 w 283805"/>
              <a:gd name="T3" fmla="*/ 1951149 h 283804"/>
              <a:gd name="T4" fmla="*/ 1449511 w 283805"/>
              <a:gd name="T5" fmla="*/ 2061758 h 283804"/>
              <a:gd name="T6" fmla="*/ 3072958 w 283805"/>
              <a:gd name="T7" fmla="*/ 1501015 h 283804"/>
              <a:gd name="T8" fmla="*/ 1879865 w 283805"/>
              <a:gd name="T9" fmla="*/ 1584665 h 283804"/>
              <a:gd name="T10" fmla="*/ 1808940 w 283805"/>
              <a:gd name="T11" fmla="*/ 912376 h 283804"/>
              <a:gd name="T12" fmla="*/ 1923480 w 283805"/>
              <a:gd name="T13" fmla="*/ 1022988 h 283804"/>
              <a:gd name="T14" fmla="*/ 1397235 w 283805"/>
              <a:gd name="T15" fmla="*/ 820344 h 283804"/>
              <a:gd name="T16" fmla="*/ 483810 w 283805"/>
              <a:gd name="T17" fmla="*/ 920853 h 283804"/>
              <a:gd name="T18" fmla="*/ 986195 w 283805"/>
              <a:gd name="T19" fmla="*/ 506141 h 283804"/>
              <a:gd name="T20" fmla="*/ 1780956 w 283805"/>
              <a:gd name="T21" fmla="*/ 589786 h 283804"/>
              <a:gd name="T22" fmla="*/ 986195 w 283805"/>
              <a:gd name="T23" fmla="*/ 506141 h 283804"/>
              <a:gd name="T24" fmla="*/ 781494 w 283805"/>
              <a:gd name="T25" fmla="*/ 546167 h 283804"/>
              <a:gd name="T26" fmla="*/ 436324 w 283805"/>
              <a:gd name="T27" fmla="*/ 546167 h 283804"/>
              <a:gd name="T28" fmla="*/ 2267079 w 283805"/>
              <a:gd name="T29" fmla="*/ 391013 h 283804"/>
              <a:gd name="T30" fmla="*/ 2377676 w 283805"/>
              <a:gd name="T31" fmla="*/ 280404 h 283804"/>
              <a:gd name="T32" fmla="*/ 1828703 w 283805"/>
              <a:gd name="T33" fmla="*/ 218167 h 283804"/>
              <a:gd name="T34" fmla="*/ 1343915 w 283805"/>
              <a:gd name="T35" fmla="*/ 218167 h 283804"/>
              <a:gd name="T36" fmla="*/ 1134936 w 283805"/>
              <a:gd name="T37" fmla="*/ 174527 h 283804"/>
              <a:gd name="T38" fmla="*/ 484261 w 283805"/>
              <a:gd name="T39" fmla="*/ 258185 h 283804"/>
              <a:gd name="T40" fmla="*/ 236949 w 283805"/>
              <a:gd name="T41" fmla="*/ 0 h 283804"/>
              <a:gd name="T42" fmla="*/ 541084 w 283805"/>
              <a:gd name="T43" fmla="*/ 2393522 h 283804"/>
              <a:gd name="T44" fmla="*/ 1149349 w 283805"/>
              <a:gd name="T45" fmla="*/ 2128896 h 283804"/>
              <a:gd name="T46" fmla="*/ 1378423 w 283805"/>
              <a:gd name="T47" fmla="*/ 1864259 h 283804"/>
              <a:gd name="T48" fmla="*/ 442370 w 283805"/>
              <a:gd name="T49" fmla="*/ 1560147 h 283804"/>
              <a:gd name="T50" fmla="*/ 1686497 w 283805"/>
              <a:gd name="T51" fmla="*/ 1184935 h 283804"/>
              <a:gd name="T52" fmla="*/ 1907672 w 283805"/>
              <a:gd name="T53" fmla="*/ 841285 h 283804"/>
              <a:gd name="T54" fmla="*/ 2377676 w 283805"/>
              <a:gd name="T55" fmla="*/ 185602 h 283804"/>
              <a:gd name="T56" fmla="*/ 2867425 w 283805"/>
              <a:gd name="T57" fmla="*/ 272502 h 283804"/>
              <a:gd name="T58" fmla="*/ 2867425 w 283805"/>
              <a:gd name="T59" fmla="*/ 438434 h 283804"/>
              <a:gd name="T60" fmla="*/ 2282891 w 283805"/>
              <a:gd name="T61" fmla="*/ 568776 h 283804"/>
              <a:gd name="T62" fmla="*/ 1808940 w 283805"/>
              <a:gd name="T63" fmla="*/ 1224401 h 283804"/>
              <a:gd name="T64" fmla="*/ 1544298 w 283805"/>
              <a:gd name="T65" fmla="*/ 2061758 h 283804"/>
              <a:gd name="T66" fmla="*/ 932104 w 283805"/>
              <a:gd name="T67" fmla="*/ 2373769 h 283804"/>
              <a:gd name="T68" fmla="*/ 541084 w 283805"/>
              <a:gd name="T69" fmla="*/ 2488320 h 283804"/>
              <a:gd name="T70" fmla="*/ 3072809 w 283805"/>
              <a:gd name="T71" fmla="*/ 2835894 h 283804"/>
              <a:gd name="T72" fmla="*/ 2930623 w 283805"/>
              <a:gd name="T73" fmla="*/ 2930685 h 283804"/>
              <a:gd name="T74" fmla="*/ 2835824 w 283805"/>
              <a:gd name="T75" fmla="*/ 3072884 h 283804"/>
              <a:gd name="T76" fmla="*/ 2488263 w 283805"/>
              <a:gd name="T77" fmla="*/ 3072884 h 283804"/>
              <a:gd name="T78" fmla="*/ 2393476 w 283805"/>
              <a:gd name="T79" fmla="*/ 2930685 h 283804"/>
              <a:gd name="T80" fmla="*/ 2002466 w 283805"/>
              <a:gd name="T81" fmla="*/ 3120270 h 283804"/>
              <a:gd name="T82" fmla="*/ 1607497 w 283805"/>
              <a:gd name="T83" fmla="*/ 2930685 h 283804"/>
              <a:gd name="T84" fmla="*/ 1512710 w 283805"/>
              <a:gd name="T85" fmla="*/ 3072884 h 283804"/>
              <a:gd name="T86" fmla="*/ 1165150 w 283805"/>
              <a:gd name="T87" fmla="*/ 3072884 h 283804"/>
              <a:gd name="T88" fmla="*/ 1070349 w 283805"/>
              <a:gd name="T89" fmla="*/ 2930685 h 283804"/>
              <a:gd name="T90" fmla="*/ 679323 w 283805"/>
              <a:gd name="T91" fmla="*/ 3120270 h 283804"/>
              <a:gd name="T92" fmla="*/ 284384 w 283805"/>
              <a:gd name="T93" fmla="*/ 2930685 h 283804"/>
              <a:gd name="T94" fmla="*/ 189594 w 283805"/>
              <a:gd name="T95" fmla="*/ 3072884 h 283804"/>
              <a:gd name="T96" fmla="*/ 0 w 283805"/>
              <a:gd name="T97" fmla="*/ 2883291 h 283804"/>
              <a:gd name="T98" fmla="*/ 189594 w 283805"/>
              <a:gd name="T99" fmla="*/ 2488320 h 283804"/>
              <a:gd name="T100" fmla="*/ 47368 w 283805"/>
              <a:gd name="T101" fmla="*/ 2393522 h 283804"/>
              <a:gd name="T102" fmla="*/ 47368 w 283805"/>
              <a:gd name="T103" fmla="*/ 2049896 h 283804"/>
              <a:gd name="T104" fmla="*/ 189594 w 283805"/>
              <a:gd name="T105" fmla="*/ 1951149 h 283804"/>
              <a:gd name="T106" fmla="*/ 0 w 283805"/>
              <a:gd name="T107" fmla="*/ 1560147 h 283804"/>
              <a:gd name="T108" fmla="*/ 189594 w 283805"/>
              <a:gd name="T109" fmla="*/ 1165162 h 283804"/>
              <a:gd name="T110" fmla="*/ 47368 w 283805"/>
              <a:gd name="T111" fmla="*/ 1070374 h 283804"/>
              <a:gd name="T112" fmla="*/ 47368 w 283805"/>
              <a:gd name="T113" fmla="*/ 722774 h 283804"/>
              <a:gd name="T114" fmla="*/ 189594 w 283805"/>
              <a:gd name="T115" fmla="*/ 628003 h 283804"/>
              <a:gd name="T116" fmla="*/ 0 w 283805"/>
              <a:gd name="T117" fmla="*/ 236965 h 283804"/>
              <a:gd name="T118" fmla="*/ 189594 w 283805"/>
              <a:gd name="T119" fmla="*/ 47370 h 28380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283805" h="283804">
                <a:moveTo>
                  <a:pt x="67538" y="211955"/>
                </a:moveTo>
                <a:cubicBezTo>
                  <a:pt x="61790" y="211955"/>
                  <a:pt x="57479" y="216625"/>
                  <a:pt x="57479" y="222014"/>
                </a:cubicBezTo>
                <a:cubicBezTo>
                  <a:pt x="57479" y="227762"/>
                  <a:pt x="61790" y="232073"/>
                  <a:pt x="67538" y="232073"/>
                </a:cubicBezTo>
                <a:cubicBezTo>
                  <a:pt x="72927" y="232073"/>
                  <a:pt x="77238" y="227762"/>
                  <a:pt x="77238" y="222014"/>
                </a:cubicBezTo>
                <a:cubicBezTo>
                  <a:pt x="77238" y="216625"/>
                  <a:pt x="72927" y="211955"/>
                  <a:pt x="67538" y="211955"/>
                </a:cubicBezTo>
                <a:close/>
                <a:moveTo>
                  <a:pt x="121784" y="177467"/>
                </a:moveTo>
                <a:cubicBezTo>
                  <a:pt x="116396" y="177467"/>
                  <a:pt x="111726" y="182137"/>
                  <a:pt x="111726" y="187526"/>
                </a:cubicBezTo>
                <a:cubicBezTo>
                  <a:pt x="111726" y="193274"/>
                  <a:pt x="116396" y="197585"/>
                  <a:pt x="121784" y="197585"/>
                </a:cubicBezTo>
                <a:cubicBezTo>
                  <a:pt x="127173" y="197585"/>
                  <a:pt x="131843" y="193274"/>
                  <a:pt x="131843" y="187526"/>
                </a:cubicBezTo>
                <a:cubicBezTo>
                  <a:pt x="131843" y="182137"/>
                  <a:pt x="127173" y="177467"/>
                  <a:pt x="121784" y="177467"/>
                </a:cubicBezTo>
                <a:close/>
                <a:moveTo>
                  <a:pt x="170986" y="136525"/>
                </a:moveTo>
                <a:lnTo>
                  <a:pt x="279507" y="136525"/>
                </a:lnTo>
                <a:cubicBezTo>
                  <a:pt x="281656" y="136525"/>
                  <a:pt x="283805" y="138179"/>
                  <a:pt x="283805" y="140494"/>
                </a:cubicBezTo>
                <a:cubicBezTo>
                  <a:pt x="283805" y="142479"/>
                  <a:pt x="281656" y="144132"/>
                  <a:pt x="279507" y="144132"/>
                </a:cubicBezTo>
                <a:lnTo>
                  <a:pt x="170986" y="144132"/>
                </a:lnTo>
                <a:cubicBezTo>
                  <a:pt x="168479" y="144132"/>
                  <a:pt x="166688" y="142479"/>
                  <a:pt x="166688" y="140494"/>
                </a:cubicBezTo>
                <a:cubicBezTo>
                  <a:pt x="166688" y="138179"/>
                  <a:pt x="168479" y="136525"/>
                  <a:pt x="170986" y="136525"/>
                </a:cubicBezTo>
                <a:close/>
                <a:moveTo>
                  <a:pt x="164535" y="82986"/>
                </a:moveTo>
                <a:cubicBezTo>
                  <a:pt x="159146" y="82986"/>
                  <a:pt x="154835" y="87297"/>
                  <a:pt x="154835" y="93045"/>
                </a:cubicBezTo>
                <a:cubicBezTo>
                  <a:pt x="154835" y="98433"/>
                  <a:pt x="159146" y="103103"/>
                  <a:pt x="164535" y="103103"/>
                </a:cubicBezTo>
                <a:cubicBezTo>
                  <a:pt x="170282" y="103103"/>
                  <a:pt x="174953" y="98433"/>
                  <a:pt x="174953" y="93045"/>
                </a:cubicBezTo>
                <a:cubicBezTo>
                  <a:pt x="174953" y="87297"/>
                  <a:pt x="170282" y="82986"/>
                  <a:pt x="164535" y="82986"/>
                </a:cubicBezTo>
                <a:close/>
                <a:moveTo>
                  <a:pt x="44004" y="74613"/>
                </a:moveTo>
                <a:lnTo>
                  <a:pt x="127088" y="74613"/>
                </a:lnTo>
                <a:cubicBezTo>
                  <a:pt x="129605" y="74613"/>
                  <a:pt x="131404" y="76518"/>
                  <a:pt x="131404" y="79185"/>
                </a:cubicBezTo>
                <a:cubicBezTo>
                  <a:pt x="131404" y="81852"/>
                  <a:pt x="129605" y="83757"/>
                  <a:pt x="127088" y="83757"/>
                </a:cubicBezTo>
                <a:lnTo>
                  <a:pt x="44004" y="83757"/>
                </a:lnTo>
                <a:cubicBezTo>
                  <a:pt x="41487" y="83757"/>
                  <a:pt x="39688" y="81852"/>
                  <a:pt x="39688" y="79185"/>
                </a:cubicBezTo>
                <a:cubicBezTo>
                  <a:pt x="39688" y="76518"/>
                  <a:pt x="41487" y="74613"/>
                  <a:pt x="44004" y="74613"/>
                </a:cubicBezTo>
                <a:close/>
                <a:moveTo>
                  <a:pt x="89701" y="46038"/>
                </a:moveTo>
                <a:lnTo>
                  <a:pt x="161990" y="46038"/>
                </a:lnTo>
                <a:cubicBezTo>
                  <a:pt x="164158" y="46038"/>
                  <a:pt x="166327" y="47691"/>
                  <a:pt x="166327" y="50006"/>
                </a:cubicBezTo>
                <a:cubicBezTo>
                  <a:pt x="166327" y="51991"/>
                  <a:pt x="164158" y="53644"/>
                  <a:pt x="161990" y="53644"/>
                </a:cubicBezTo>
                <a:lnTo>
                  <a:pt x="89701" y="53644"/>
                </a:lnTo>
                <a:cubicBezTo>
                  <a:pt x="87532" y="53644"/>
                  <a:pt x="85725" y="51991"/>
                  <a:pt x="85725" y="50006"/>
                </a:cubicBezTo>
                <a:cubicBezTo>
                  <a:pt x="85725" y="47691"/>
                  <a:pt x="87532" y="46038"/>
                  <a:pt x="89701" y="46038"/>
                </a:cubicBezTo>
                <a:close/>
                <a:moveTo>
                  <a:pt x="43969" y="46038"/>
                </a:moveTo>
                <a:lnTo>
                  <a:pt x="66801" y="46038"/>
                </a:lnTo>
                <a:cubicBezTo>
                  <a:pt x="68941" y="46038"/>
                  <a:pt x="71082" y="47691"/>
                  <a:pt x="71082" y="49676"/>
                </a:cubicBezTo>
                <a:cubicBezTo>
                  <a:pt x="71082" y="51991"/>
                  <a:pt x="68941" y="53644"/>
                  <a:pt x="66801" y="53644"/>
                </a:cubicBezTo>
                <a:lnTo>
                  <a:pt x="43969" y="53644"/>
                </a:lnTo>
                <a:cubicBezTo>
                  <a:pt x="41472" y="53644"/>
                  <a:pt x="39688" y="51991"/>
                  <a:pt x="39688" y="49676"/>
                </a:cubicBezTo>
                <a:cubicBezTo>
                  <a:pt x="39688" y="47691"/>
                  <a:pt x="41472" y="46038"/>
                  <a:pt x="43969" y="46038"/>
                </a:cubicBezTo>
                <a:close/>
                <a:moveTo>
                  <a:pt x="216266" y="25506"/>
                </a:moveTo>
                <a:cubicBezTo>
                  <a:pt x="210877" y="25506"/>
                  <a:pt x="206207" y="29817"/>
                  <a:pt x="206207" y="35565"/>
                </a:cubicBezTo>
                <a:cubicBezTo>
                  <a:pt x="206207" y="41313"/>
                  <a:pt x="210877" y="45624"/>
                  <a:pt x="216266" y="45624"/>
                </a:cubicBezTo>
                <a:cubicBezTo>
                  <a:pt x="222014" y="45624"/>
                  <a:pt x="226325" y="41313"/>
                  <a:pt x="226325" y="35565"/>
                </a:cubicBezTo>
                <a:cubicBezTo>
                  <a:pt x="226325" y="29817"/>
                  <a:pt x="222014" y="25506"/>
                  <a:pt x="216266" y="25506"/>
                </a:cubicBezTo>
                <a:close/>
                <a:moveTo>
                  <a:pt x="126505" y="15875"/>
                </a:moveTo>
                <a:lnTo>
                  <a:pt x="162065" y="15875"/>
                </a:lnTo>
                <a:cubicBezTo>
                  <a:pt x="164199" y="15875"/>
                  <a:pt x="166333" y="17529"/>
                  <a:pt x="166333" y="19844"/>
                </a:cubicBezTo>
                <a:cubicBezTo>
                  <a:pt x="166333" y="21828"/>
                  <a:pt x="164199" y="23482"/>
                  <a:pt x="162065" y="23482"/>
                </a:cubicBezTo>
                <a:lnTo>
                  <a:pt x="126505" y="23482"/>
                </a:lnTo>
                <a:cubicBezTo>
                  <a:pt x="124016" y="23482"/>
                  <a:pt x="122238" y="21828"/>
                  <a:pt x="122238" y="19844"/>
                </a:cubicBezTo>
                <a:cubicBezTo>
                  <a:pt x="122238" y="17529"/>
                  <a:pt x="124016" y="15875"/>
                  <a:pt x="126505" y="15875"/>
                </a:cubicBezTo>
                <a:close/>
                <a:moveTo>
                  <a:pt x="44045" y="15875"/>
                </a:moveTo>
                <a:lnTo>
                  <a:pt x="103230" y="15875"/>
                </a:lnTo>
                <a:cubicBezTo>
                  <a:pt x="105772" y="15875"/>
                  <a:pt x="107587" y="17529"/>
                  <a:pt x="107587" y="19844"/>
                </a:cubicBezTo>
                <a:cubicBezTo>
                  <a:pt x="107587" y="21828"/>
                  <a:pt x="105772" y="23482"/>
                  <a:pt x="103230" y="23482"/>
                </a:cubicBezTo>
                <a:lnTo>
                  <a:pt x="44045" y="23482"/>
                </a:lnTo>
                <a:cubicBezTo>
                  <a:pt x="41504" y="23482"/>
                  <a:pt x="39688" y="21828"/>
                  <a:pt x="39688" y="19844"/>
                </a:cubicBezTo>
                <a:cubicBezTo>
                  <a:pt x="39688" y="17529"/>
                  <a:pt x="41504" y="15875"/>
                  <a:pt x="44045" y="15875"/>
                </a:cubicBezTo>
                <a:close/>
                <a:moveTo>
                  <a:pt x="21554" y="0"/>
                </a:moveTo>
                <a:cubicBezTo>
                  <a:pt x="24069" y="0"/>
                  <a:pt x="25865" y="1796"/>
                  <a:pt x="25865" y="4311"/>
                </a:cubicBezTo>
                <a:lnTo>
                  <a:pt x="25865" y="217703"/>
                </a:lnTo>
                <a:lnTo>
                  <a:pt x="49217" y="217703"/>
                </a:lnTo>
                <a:cubicBezTo>
                  <a:pt x="51013" y="209440"/>
                  <a:pt x="58557" y="203333"/>
                  <a:pt x="67538" y="203333"/>
                </a:cubicBezTo>
                <a:cubicBezTo>
                  <a:pt x="72568" y="203333"/>
                  <a:pt x="76879" y="205488"/>
                  <a:pt x="80112" y="208722"/>
                </a:cubicBezTo>
                <a:lnTo>
                  <a:pt x="104541" y="193633"/>
                </a:lnTo>
                <a:cubicBezTo>
                  <a:pt x="103822" y="191837"/>
                  <a:pt x="103104" y="189682"/>
                  <a:pt x="103104" y="187526"/>
                </a:cubicBezTo>
                <a:cubicBezTo>
                  <a:pt x="103104" y="177467"/>
                  <a:pt x="111726" y="169205"/>
                  <a:pt x="121784" y="169205"/>
                </a:cubicBezTo>
                <a:cubicBezTo>
                  <a:pt x="123221" y="169205"/>
                  <a:pt x="124299" y="169205"/>
                  <a:pt x="125377" y="169564"/>
                </a:cubicBezTo>
                <a:lnTo>
                  <a:pt x="136154" y="145854"/>
                </a:lnTo>
                <a:lnTo>
                  <a:pt x="44547" y="145854"/>
                </a:lnTo>
                <a:cubicBezTo>
                  <a:pt x="42032" y="145854"/>
                  <a:pt x="40236" y="144057"/>
                  <a:pt x="40236" y="141902"/>
                </a:cubicBezTo>
                <a:cubicBezTo>
                  <a:pt x="40236" y="139387"/>
                  <a:pt x="42032" y="137591"/>
                  <a:pt x="44547" y="137591"/>
                </a:cubicBezTo>
                <a:lnTo>
                  <a:pt x="139747" y="137591"/>
                </a:lnTo>
                <a:lnTo>
                  <a:pt x="153398" y="107774"/>
                </a:lnTo>
                <a:cubicBezTo>
                  <a:pt x="149087" y="104181"/>
                  <a:pt x="146213" y="98793"/>
                  <a:pt x="146213" y="93045"/>
                </a:cubicBezTo>
                <a:cubicBezTo>
                  <a:pt x="146213" y="82626"/>
                  <a:pt x="154476" y="74364"/>
                  <a:pt x="164535" y="74364"/>
                </a:cubicBezTo>
                <a:cubicBezTo>
                  <a:pt x="168127" y="74364"/>
                  <a:pt x="171001" y="75082"/>
                  <a:pt x="173516" y="76519"/>
                </a:cubicBezTo>
                <a:lnTo>
                  <a:pt x="200818" y="45983"/>
                </a:lnTo>
                <a:cubicBezTo>
                  <a:pt x="199022" y="43109"/>
                  <a:pt x="197944" y="39517"/>
                  <a:pt x="197944" y="35565"/>
                </a:cubicBezTo>
                <a:cubicBezTo>
                  <a:pt x="197944" y="25147"/>
                  <a:pt x="206207" y="16884"/>
                  <a:pt x="216266" y="16884"/>
                </a:cubicBezTo>
                <a:cubicBezTo>
                  <a:pt x="225247" y="16884"/>
                  <a:pt x="232432" y="22992"/>
                  <a:pt x="234587" y="31254"/>
                </a:cubicBezTo>
                <a:lnTo>
                  <a:pt x="260812" y="31254"/>
                </a:lnTo>
                <a:lnTo>
                  <a:pt x="260812" y="24788"/>
                </a:lnTo>
                <a:lnTo>
                  <a:pt x="279493" y="35565"/>
                </a:lnTo>
                <a:lnTo>
                  <a:pt x="260812" y="46343"/>
                </a:lnTo>
                <a:lnTo>
                  <a:pt x="260812" y="39876"/>
                </a:lnTo>
                <a:lnTo>
                  <a:pt x="234587" y="39876"/>
                </a:lnTo>
                <a:cubicBezTo>
                  <a:pt x="232432" y="48139"/>
                  <a:pt x="225247" y="54246"/>
                  <a:pt x="216266" y="54246"/>
                </a:cubicBezTo>
                <a:cubicBezTo>
                  <a:pt x="213392" y="54246"/>
                  <a:pt x="210159" y="53168"/>
                  <a:pt x="207644" y="51731"/>
                </a:cubicBezTo>
                <a:lnTo>
                  <a:pt x="179982" y="82267"/>
                </a:lnTo>
                <a:cubicBezTo>
                  <a:pt x="182138" y="85141"/>
                  <a:pt x="183575" y="88734"/>
                  <a:pt x="183575" y="93045"/>
                </a:cubicBezTo>
                <a:cubicBezTo>
                  <a:pt x="183575" y="103103"/>
                  <a:pt x="174953" y="111366"/>
                  <a:pt x="164535" y="111366"/>
                </a:cubicBezTo>
                <a:cubicBezTo>
                  <a:pt x="163457" y="111366"/>
                  <a:pt x="162379" y="111366"/>
                  <a:pt x="161301" y="111366"/>
                </a:cubicBezTo>
                <a:lnTo>
                  <a:pt x="133280" y="173156"/>
                </a:lnTo>
                <a:cubicBezTo>
                  <a:pt x="137591" y="176389"/>
                  <a:pt x="140465" y="181778"/>
                  <a:pt x="140465" y="187526"/>
                </a:cubicBezTo>
                <a:cubicBezTo>
                  <a:pt x="140465" y="197944"/>
                  <a:pt x="131843" y="206207"/>
                  <a:pt x="121784" y="206207"/>
                </a:cubicBezTo>
                <a:cubicBezTo>
                  <a:pt x="116755" y="206207"/>
                  <a:pt x="112085" y="204051"/>
                  <a:pt x="108852" y="200818"/>
                </a:cubicBezTo>
                <a:lnTo>
                  <a:pt x="84782" y="215906"/>
                </a:lnTo>
                <a:cubicBezTo>
                  <a:pt x="85501" y="218062"/>
                  <a:pt x="86219" y="219858"/>
                  <a:pt x="86219" y="222014"/>
                </a:cubicBezTo>
                <a:cubicBezTo>
                  <a:pt x="86219" y="232432"/>
                  <a:pt x="77597" y="240694"/>
                  <a:pt x="67538" y="240694"/>
                </a:cubicBezTo>
                <a:cubicBezTo>
                  <a:pt x="58557" y="240694"/>
                  <a:pt x="51013" y="234587"/>
                  <a:pt x="49217" y="226325"/>
                </a:cubicBezTo>
                <a:lnTo>
                  <a:pt x="25865" y="226325"/>
                </a:lnTo>
                <a:lnTo>
                  <a:pt x="25865" y="257938"/>
                </a:lnTo>
                <a:lnTo>
                  <a:pt x="279493" y="257938"/>
                </a:lnTo>
                <a:cubicBezTo>
                  <a:pt x="281649" y="257938"/>
                  <a:pt x="283804" y="259734"/>
                  <a:pt x="283804" y="262249"/>
                </a:cubicBezTo>
                <a:cubicBezTo>
                  <a:pt x="283804" y="264764"/>
                  <a:pt x="281649" y="266560"/>
                  <a:pt x="279493" y="266560"/>
                </a:cubicBezTo>
                <a:lnTo>
                  <a:pt x="266560" y="266560"/>
                </a:lnTo>
                <a:lnTo>
                  <a:pt x="266560" y="279493"/>
                </a:lnTo>
                <a:cubicBezTo>
                  <a:pt x="266560" y="281648"/>
                  <a:pt x="264764" y="283804"/>
                  <a:pt x="262249" y="283804"/>
                </a:cubicBezTo>
                <a:cubicBezTo>
                  <a:pt x="259735" y="283804"/>
                  <a:pt x="257938" y="281648"/>
                  <a:pt x="257938" y="279493"/>
                </a:cubicBezTo>
                <a:lnTo>
                  <a:pt x="257938" y="266560"/>
                </a:lnTo>
                <a:lnTo>
                  <a:pt x="226325" y="266560"/>
                </a:lnTo>
                <a:lnTo>
                  <a:pt x="226325" y="279493"/>
                </a:lnTo>
                <a:cubicBezTo>
                  <a:pt x="226325" y="281648"/>
                  <a:pt x="224529" y="283804"/>
                  <a:pt x="222014" y="283804"/>
                </a:cubicBezTo>
                <a:cubicBezTo>
                  <a:pt x="219858" y="283804"/>
                  <a:pt x="217703" y="281648"/>
                  <a:pt x="217703" y="279493"/>
                </a:cubicBezTo>
                <a:lnTo>
                  <a:pt x="217703" y="266560"/>
                </a:lnTo>
                <a:lnTo>
                  <a:pt x="186089" y="266560"/>
                </a:lnTo>
                <a:lnTo>
                  <a:pt x="186089" y="279493"/>
                </a:lnTo>
                <a:cubicBezTo>
                  <a:pt x="186089" y="281648"/>
                  <a:pt x="184293" y="283804"/>
                  <a:pt x="182138" y="283804"/>
                </a:cubicBezTo>
                <a:cubicBezTo>
                  <a:pt x="179623" y="283804"/>
                  <a:pt x="177827" y="281648"/>
                  <a:pt x="177827" y="279493"/>
                </a:cubicBezTo>
                <a:lnTo>
                  <a:pt x="177827" y="266560"/>
                </a:lnTo>
                <a:lnTo>
                  <a:pt x="146213" y="266560"/>
                </a:lnTo>
                <a:lnTo>
                  <a:pt x="146213" y="279493"/>
                </a:lnTo>
                <a:cubicBezTo>
                  <a:pt x="146213" y="281648"/>
                  <a:pt x="144417" y="283804"/>
                  <a:pt x="141902" y="283804"/>
                </a:cubicBezTo>
                <a:cubicBezTo>
                  <a:pt x="139747" y="283804"/>
                  <a:pt x="137591" y="281648"/>
                  <a:pt x="137591" y="279493"/>
                </a:cubicBezTo>
                <a:lnTo>
                  <a:pt x="137591" y="266560"/>
                </a:lnTo>
                <a:lnTo>
                  <a:pt x="105978" y="266560"/>
                </a:lnTo>
                <a:lnTo>
                  <a:pt x="105978" y="279493"/>
                </a:lnTo>
                <a:cubicBezTo>
                  <a:pt x="105978" y="281648"/>
                  <a:pt x="104181" y="283804"/>
                  <a:pt x="101667" y="283804"/>
                </a:cubicBezTo>
                <a:cubicBezTo>
                  <a:pt x="99152" y="283804"/>
                  <a:pt x="97356" y="281648"/>
                  <a:pt x="97356" y="279493"/>
                </a:cubicBezTo>
                <a:lnTo>
                  <a:pt x="97356" y="266560"/>
                </a:lnTo>
                <a:lnTo>
                  <a:pt x="65742" y="266560"/>
                </a:lnTo>
                <a:lnTo>
                  <a:pt x="65742" y="279493"/>
                </a:lnTo>
                <a:cubicBezTo>
                  <a:pt x="65742" y="281648"/>
                  <a:pt x="63946" y="283804"/>
                  <a:pt x="61790" y="283804"/>
                </a:cubicBezTo>
                <a:cubicBezTo>
                  <a:pt x="59276" y="283804"/>
                  <a:pt x="57479" y="281648"/>
                  <a:pt x="57479" y="279493"/>
                </a:cubicBezTo>
                <a:lnTo>
                  <a:pt x="57479" y="266560"/>
                </a:lnTo>
                <a:lnTo>
                  <a:pt x="25865" y="266560"/>
                </a:lnTo>
                <a:lnTo>
                  <a:pt x="25865" y="279493"/>
                </a:lnTo>
                <a:cubicBezTo>
                  <a:pt x="25865" y="281648"/>
                  <a:pt x="24069" y="283804"/>
                  <a:pt x="21554" y="283804"/>
                </a:cubicBezTo>
                <a:cubicBezTo>
                  <a:pt x="19040" y="283804"/>
                  <a:pt x="17244" y="281648"/>
                  <a:pt x="17244" y="279493"/>
                </a:cubicBezTo>
                <a:lnTo>
                  <a:pt x="17244" y="266560"/>
                </a:lnTo>
                <a:lnTo>
                  <a:pt x="4311" y="266560"/>
                </a:lnTo>
                <a:cubicBezTo>
                  <a:pt x="2155" y="266560"/>
                  <a:pt x="0" y="264764"/>
                  <a:pt x="0" y="262249"/>
                </a:cubicBezTo>
                <a:cubicBezTo>
                  <a:pt x="0" y="259734"/>
                  <a:pt x="2155" y="257938"/>
                  <a:pt x="4311" y="257938"/>
                </a:cubicBezTo>
                <a:lnTo>
                  <a:pt x="17244" y="257938"/>
                </a:lnTo>
                <a:lnTo>
                  <a:pt x="17244" y="226325"/>
                </a:lnTo>
                <a:lnTo>
                  <a:pt x="4311" y="226325"/>
                </a:lnTo>
                <a:cubicBezTo>
                  <a:pt x="2155" y="226325"/>
                  <a:pt x="0" y="224528"/>
                  <a:pt x="0" y="222014"/>
                </a:cubicBezTo>
                <a:cubicBezTo>
                  <a:pt x="0" y="219499"/>
                  <a:pt x="2155" y="217703"/>
                  <a:pt x="4311" y="217703"/>
                </a:cubicBezTo>
                <a:lnTo>
                  <a:pt x="17244" y="217703"/>
                </a:lnTo>
                <a:lnTo>
                  <a:pt x="17244" y="186448"/>
                </a:lnTo>
                <a:lnTo>
                  <a:pt x="4311" y="186448"/>
                </a:lnTo>
                <a:cubicBezTo>
                  <a:pt x="2155" y="186448"/>
                  <a:pt x="0" y="184293"/>
                  <a:pt x="0" y="181778"/>
                </a:cubicBezTo>
                <a:cubicBezTo>
                  <a:pt x="0" y="179623"/>
                  <a:pt x="2155" y="177467"/>
                  <a:pt x="4311" y="177467"/>
                </a:cubicBezTo>
                <a:lnTo>
                  <a:pt x="17244" y="177467"/>
                </a:lnTo>
                <a:lnTo>
                  <a:pt x="17244" y="145854"/>
                </a:lnTo>
                <a:lnTo>
                  <a:pt x="4311" y="145854"/>
                </a:lnTo>
                <a:cubicBezTo>
                  <a:pt x="2155" y="145854"/>
                  <a:pt x="0" y="144057"/>
                  <a:pt x="0" y="141902"/>
                </a:cubicBezTo>
                <a:cubicBezTo>
                  <a:pt x="0" y="139387"/>
                  <a:pt x="2155" y="137591"/>
                  <a:pt x="4311" y="137591"/>
                </a:cubicBezTo>
                <a:lnTo>
                  <a:pt x="17244" y="137591"/>
                </a:lnTo>
                <a:lnTo>
                  <a:pt x="17244" y="105977"/>
                </a:lnTo>
                <a:lnTo>
                  <a:pt x="4311" y="105977"/>
                </a:lnTo>
                <a:cubicBezTo>
                  <a:pt x="2155" y="105977"/>
                  <a:pt x="0" y="104181"/>
                  <a:pt x="0" y="101666"/>
                </a:cubicBezTo>
                <a:cubicBezTo>
                  <a:pt x="0" y="99511"/>
                  <a:pt x="2155" y="97356"/>
                  <a:pt x="4311" y="97356"/>
                </a:cubicBezTo>
                <a:lnTo>
                  <a:pt x="17244" y="97356"/>
                </a:lnTo>
                <a:lnTo>
                  <a:pt x="17244" y="65742"/>
                </a:lnTo>
                <a:lnTo>
                  <a:pt x="4311" y="65742"/>
                </a:lnTo>
                <a:cubicBezTo>
                  <a:pt x="2155" y="65742"/>
                  <a:pt x="0" y="63946"/>
                  <a:pt x="0" y="61431"/>
                </a:cubicBezTo>
                <a:cubicBezTo>
                  <a:pt x="0" y="59275"/>
                  <a:pt x="2155" y="57120"/>
                  <a:pt x="4311" y="57120"/>
                </a:cubicBezTo>
                <a:lnTo>
                  <a:pt x="17244" y="57120"/>
                </a:lnTo>
                <a:lnTo>
                  <a:pt x="17244" y="25506"/>
                </a:lnTo>
                <a:lnTo>
                  <a:pt x="4311" y="25506"/>
                </a:lnTo>
                <a:cubicBezTo>
                  <a:pt x="2155" y="25506"/>
                  <a:pt x="0" y="23710"/>
                  <a:pt x="0" y="21555"/>
                </a:cubicBezTo>
                <a:cubicBezTo>
                  <a:pt x="0" y="19040"/>
                  <a:pt x="2155" y="17244"/>
                  <a:pt x="4311" y="17244"/>
                </a:cubicBezTo>
                <a:lnTo>
                  <a:pt x="17244" y="17244"/>
                </a:lnTo>
                <a:lnTo>
                  <a:pt x="17244" y="4311"/>
                </a:lnTo>
                <a:cubicBezTo>
                  <a:pt x="17244" y="1796"/>
                  <a:pt x="19040" y="0"/>
                  <a:pt x="215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9" name="Freeform 1044">
            <a:extLst>
              <a:ext uri="{FF2B5EF4-FFF2-40B4-BE49-F238E27FC236}">
                <a16:creationId xmlns:a16="http://schemas.microsoft.com/office/drawing/2014/main" id="{52FEA5DA-4CEE-2A49-A7A3-6208158127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28754" y="9110641"/>
            <a:ext cx="697520" cy="697520"/>
          </a:xfrm>
          <a:custGeom>
            <a:avLst/>
            <a:gdLst>
              <a:gd name="T0" fmla="*/ 1688847 w 283803"/>
              <a:gd name="T1" fmla="*/ 2914787 h 283804"/>
              <a:gd name="T2" fmla="*/ 1600871 w 283803"/>
              <a:gd name="T3" fmla="*/ 2951033 h 283804"/>
              <a:gd name="T4" fmla="*/ 709079 w 283803"/>
              <a:gd name="T5" fmla="*/ 2878530 h 283804"/>
              <a:gd name="T6" fmla="*/ 770880 w 283803"/>
              <a:gd name="T7" fmla="*/ 2951033 h 283804"/>
              <a:gd name="T8" fmla="*/ 698169 w 283803"/>
              <a:gd name="T9" fmla="*/ 2914787 h 283804"/>
              <a:gd name="T10" fmla="*/ 1252497 w 283803"/>
              <a:gd name="T11" fmla="*/ 2912680 h 283804"/>
              <a:gd name="T12" fmla="*/ 1202226 w 283803"/>
              <a:gd name="T13" fmla="*/ 2862408 h 283804"/>
              <a:gd name="T14" fmla="*/ 173997 w 283803"/>
              <a:gd name="T15" fmla="*/ 3025479 h 283804"/>
              <a:gd name="T16" fmla="*/ 2270032 w 283803"/>
              <a:gd name="T17" fmla="*/ 2804298 h 283804"/>
              <a:gd name="T18" fmla="*/ 1326660 w 283803"/>
              <a:gd name="T19" fmla="*/ 2391163 h 283804"/>
              <a:gd name="T20" fmla="*/ 973245 w 283803"/>
              <a:gd name="T21" fmla="*/ 2491702 h 283804"/>
              <a:gd name="T22" fmla="*/ 347336 w 283803"/>
              <a:gd name="T23" fmla="*/ 2391163 h 283804"/>
              <a:gd name="T24" fmla="*/ 717358 w 283803"/>
              <a:gd name="T25" fmla="*/ 2491702 h 283804"/>
              <a:gd name="T26" fmla="*/ 347336 w 283803"/>
              <a:gd name="T27" fmla="*/ 2391163 h 283804"/>
              <a:gd name="T28" fmla="*/ 2131623 w 283803"/>
              <a:gd name="T29" fmla="*/ 2456736 h 283804"/>
              <a:gd name="T30" fmla="*/ 2131623 w 283803"/>
              <a:gd name="T31" fmla="*/ 2077557 h 283804"/>
              <a:gd name="T32" fmla="*/ 676508 w 283803"/>
              <a:gd name="T33" fmla="*/ 1723567 h 283804"/>
              <a:gd name="T34" fmla="*/ 575984 w 283803"/>
              <a:gd name="T35" fmla="*/ 2199548 h 283804"/>
              <a:gd name="T36" fmla="*/ 351179 w 283803"/>
              <a:gd name="T37" fmla="*/ 1535921 h 283804"/>
              <a:gd name="T38" fmla="*/ 351179 w 283803"/>
              <a:gd name="T39" fmla="*/ 2230108 h 283804"/>
              <a:gd name="T40" fmla="*/ 351179 w 283803"/>
              <a:gd name="T41" fmla="*/ 1535921 h 283804"/>
              <a:gd name="T42" fmla="*/ 955779 w 283803"/>
              <a:gd name="T43" fmla="*/ 2183031 h 283804"/>
              <a:gd name="T44" fmla="*/ 855250 w 283803"/>
              <a:gd name="T45" fmla="*/ 1338702 h 283804"/>
              <a:gd name="T46" fmla="*/ 2622018 w 283803"/>
              <a:gd name="T47" fmla="*/ 1394256 h 283804"/>
              <a:gd name="T48" fmla="*/ 2760434 w 283803"/>
              <a:gd name="T49" fmla="*/ 2196045 h 283804"/>
              <a:gd name="T50" fmla="*/ 2134220 w 283803"/>
              <a:gd name="T51" fmla="*/ 1186864 h 283804"/>
              <a:gd name="T52" fmla="*/ 2305792 w 283803"/>
              <a:gd name="T53" fmla="*/ 1366138 h 283804"/>
              <a:gd name="T54" fmla="*/ 2134220 w 283803"/>
              <a:gd name="T55" fmla="*/ 1350213 h 283804"/>
              <a:gd name="T56" fmla="*/ 2317491 w 283803"/>
              <a:gd name="T57" fmla="*/ 1676891 h 283804"/>
              <a:gd name="T58" fmla="*/ 2134220 w 283803"/>
              <a:gd name="T59" fmla="*/ 1915928 h 283804"/>
              <a:gd name="T60" fmla="*/ 1966550 w 283803"/>
              <a:gd name="T61" fmla="*/ 1740643 h 283804"/>
              <a:gd name="T62" fmla="*/ 2138124 w 283803"/>
              <a:gd name="T63" fmla="*/ 1752581 h 283804"/>
              <a:gd name="T64" fmla="*/ 1954841 w 283803"/>
              <a:gd name="T65" fmla="*/ 1425892 h 283804"/>
              <a:gd name="T66" fmla="*/ 2134220 w 283803"/>
              <a:gd name="T67" fmla="*/ 1186864 h 283804"/>
              <a:gd name="T68" fmla="*/ 2131623 w 283803"/>
              <a:gd name="T69" fmla="*/ 1982757 h 283804"/>
              <a:gd name="T70" fmla="*/ 348506 w 283803"/>
              <a:gd name="T71" fmla="*/ 942513 h 283804"/>
              <a:gd name="T72" fmla="*/ 1117608 w 283803"/>
              <a:gd name="T73" fmla="*/ 1043020 h 283804"/>
              <a:gd name="T74" fmla="*/ 348506 w 283803"/>
              <a:gd name="T75" fmla="*/ 942513 h 283804"/>
              <a:gd name="T76" fmla="*/ 2586415 w 283803"/>
              <a:gd name="T77" fmla="*/ 1311284 h 283804"/>
              <a:gd name="T78" fmla="*/ 2080219 w 283803"/>
              <a:gd name="T79" fmla="*/ 663558 h 283804"/>
              <a:gd name="T80" fmla="*/ 1700556 w 283803"/>
              <a:gd name="T81" fmla="*/ 1852422 h 283804"/>
              <a:gd name="T82" fmla="*/ 2080219 w 283803"/>
              <a:gd name="T83" fmla="*/ 663558 h 283804"/>
              <a:gd name="T84" fmla="*/ 1392348 w 283803"/>
              <a:gd name="T85" fmla="*/ 678585 h 283804"/>
              <a:gd name="T86" fmla="*/ 820344 w 283803"/>
              <a:gd name="T87" fmla="*/ 678585 h 283804"/>
              <a:gd name="T88" fmla="*/ 629247 w 283803"/>
              <a:gd name="T89" fmla="*/ 628327 h 283804"/>
              <a:gd name="T90" fmla="*/ 348165 w 283803"/>
              <a:gd name="T91" fmla="*/ 728866 h 283804"/>
              <a:gd name="T92" fmla="*/ 94924 w 283803"/>
              <a:gd name="T93" fmla="*/ 406825 h 283804"/>
              <a:gd name="T94" fmla="*/ 2270032 w 283803"/>
              <a:gd name="T95" fmla="*/ 2539672 h 283804"/>
              <a:gd name="T96" fmla="*/ 2131623 w 283803"/>
              <a:gd name="T97" fmla="*/ 564804 h 283804"/>
              <a:gd name="T98" fmla="*/ 94924 w 283803"/>
              <a:gd name="T99" fmla="*/ 406825 h 283804"/>
              <a:gd name="T100" fmla="*/ 1202226 w 283803"/>
              <a:gd name="T101" fmla="*/ 240726 h 283804"/>
              <a:gd name="T102" fmla="*/ 173997 w 283803"/>
              <a:gd name="T103" fmla="*/ 94802 h 283804"/>
              <a:gd name="T104" fmla="*/ 2270032 w 283803"/>
              <a:gd name="T105" fmla="*/ 315954 h 283804"/>
              <a:gd name="T106" fmla="*/ 173997 w 283803"/>
              <a:gd name="T107" fmla="*/ 94802 h 283804"/>
              <a:gd name="T108" fmla="*/ 2364943 w 283803"/>
              <a:gd name="T109" fmla="*/ 169863 h 283804"/>
              <a:gd name="T110" fmla="*/ 2364943 w 283803"/>
              <a:gd name="T111" fmla="*/ 2519934 h 283804"/>
              <a:gd name="T112" fmla="*/ 173997 w 283803"/>
              <a:gd name="T113" fmla="*/ 3120270 h 283804"/>
              <a:gd name="T114" fmla="*/ 173997 w 283803"/>
              <a:gd name="T115" fmla="*/ 0 h 283804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283803" h="283804">
                <a:moveTo>
                  <a:pt x="145605" y="261816"/>
                </a:moveTo>
                <a:cubicBezTo>
                  <a:pt x="147510" y="260350"/>
                  <a:pt x="150558" y="260350"/>
                  <a:pt x="152463" y="261816"/>
                </a:cubicBezTo>
                <a:cubicBezTo>
                  <a:pt x="152844" y="262915"/>
                  <a:pt x="153606" y="264014"/>
                  <a:pt x="153606" y="265113"/>
                </a:cubicBezTo>
                <a:cubicBezTo>
                  <a:pt x="153606" y="265845"/>
                  <a:pt x="152844" y="267311"/>
                  <a:pt x="152463" y="268410"/>
                </a:cubicBezTo>
                <a:cubicBezTo>
                  <a:pt x="151320" y="268776"/>
                  <a:pt x="149796" y="269509"/>
                  <a:pt x="149034" y="269509"/>
                </a:cubicBezTo>
                <a:cubicBezTo>
                  <a:pt x="147891" y="269509"/>
                  <a:pt x="146748" y="268776"/>
                  <a:pt x="145605" y="268410"/>
                </a:cubicBezTo>
                <a:cubicBezTo>
                  <a:pt x="144843" y="267311"/>
                  <a:pt x="144462" y="265845"/>
                  <a:pt x="144462" y="265113"/>
                </a:cubicBezTo>
                <a:cubicBezTo>
                  <a:pt x="144462" y="264014"/>
                  <a:pt x="144843" y="262915"/>
                  <a:pt x="145605" y="261816"/>
                </a:cubicBezTo>
                <a:close/>
                <a:moveTo>
                  <a:pt x="64492" y="261816"/>
                </a:moveTo>
                <a:cubicBezTo>
                  <a:pt x="65815" y="260350"/>
                  <a:pt x="68461" y="260350"/>
                  <a:pt x="70114" y="261816"/>
                </a:cubicBezTo>
                <a:cubicBezTo>
                  <a:pt x="70776" y="262915"/>
                  <a:pt x="71107" y="264014"/>
                  <a:pt x="71107" y="265113"/>
                </a:cubicBezTo>
                <a:cubicBezTo>
                  <a:pt x="71107" y="265845"/>
                  <a:pt x="70776" y="267311"/>
                  <a:pt x="70114" y="268410"/>
                </a:cubicBezTo>
                <a:cubicBezTo>
                  <a:pt x="69122" y="268776"/>
                  <a:pt x="68130" y="269509"/>
                  <a:pt x="67469" y="269509"/>
                </a:cubicBezTo>
                <a:cubicBezTo>
                  <a:pt x="66146" y="269509"/>
                  <a:pt x="65154" y="268776"/>
                  <a:pt x="64492" y="268410"/>
                </a:cubicBezTo>
                <a:cubicBezTo>
                  <a:pt x="63831" y="267311"/>
                  <a:pt x="63500" y="266212"/>
                  <a:pt x="63500" y="265113"/>
                </a:cubicBezTo>
                <a:cubicBezTo>
                  <a:pt x="63500" y="264014"/>
                  <a:pt x="63831" y="262915"/>
                  <a:pt x="64492" y="261816"/>
                </a:cubicBezTo>
                <a:close/>
                <a:moveTo>
                  <a:pt x="109347" y="260350"/>
                </a:moveTo>
                <a:cubicBezTo>
                  <a:pt x="112014" y="260350"/>
                  <a:pt x="113919" y="262255"/>
                  <a:pt x="113919" y="264922"/>
                </a:cubicBezTo>
                <a:cubicBezTo>
                  <a:pt x="113919" y="267208"/>
                  <a:pt x="112014" y="269494"/>
                  <a:pt x="109347" y="269494"/>
                </a:cubicBezTo>
                <a:cubicBezTo>
                  <a:pt x="106680" y="269494"/>
                  <a:pt x="104775" y="267208"/>
                  <a:pt x="104775" y="264922"/>
                </a:cubicBezTo>
                <a:cubicBezTo>
                  <a:pt x="104775" y="262255"/>
                  <a:pt x="106680" y="260350"/>
                  <a:pt x="109347" y="260350"/>
                </a:cubicBezTo>
                <a:close/>
                <a:moveTo>
                  <a:pt x="8633" y="255064"/>
                </a:moveTo>
                <a:lnTo>
                  <a:pt x="8633" y="267997"/>
                </a:lnTo>
                <a:cubicBezTo>
                  <a:pt x="8633" y="271949"/>
                  <a:pt x="11870" y="275182"/>
                  <a:pt x="15826" y="275182"/>
                </a:cubicBezTo>
                <a:lnTo>
                  <a:pt x="199273" y="275182"/>
                </a:lnTo>
                <a:cubicBezTo>
                  <a:pt x="203230" y="275182"/>
                  <a:pt x="206467" y="271949"/>
                  <a:pt x="206467" y="267997"/>
                </a:cubicBezTo>
                <a:lnTo>
                  <a:pt x="206467" y="255064"/>
                </a:lnTo>
                <a:lnTo>
                  <a:pt x="8633" y="255064"/>
                </a:lnTo>
                <a:close/>
                <a:moveTo>
                  <a:pt x="88520" y="217488"/>
                </a:moveTo>
                <a:lnTo>
                  <a:pt x="120664" y="217488"/>
                </a:lnTo>
                <a:cubicBezTo>
                  <a:pt x="123221" y="217488"/>
                  <a:pt x="125047" y="219393"/>
                  <a:pt x="125047" y="222060"/>
                </a:cubicBezTo>
                <a:cubicBezTo>
                  <a:pt x="125047" y="224727"/>
                  <a:pt x="123221" y="226632"/>
                  <a:pt x="120664" y="226632"/>
                </a:cubicBezTo>
                <a:lnTo>
                  <a:pt x="88520" y="226632"/>
                </a:lnTo>
                <a:cubicBezTo>
                  <a:pt x="86329" y="226632"/>
                  <a:pt x="84137" y="224727"/>
                  <a:pt x="84137" y="222060"/>
                </a:cubicBezTo>
                <a:cubicBezTo>
                  <a:pt x="84137" y="219393"/>
                  <a:pt x="86329" y="217488"/>
                  <a:pt x="88520" y="217488"/>
                </a:cubicBezTo>
                <a:close/>
                <a:moveTo>
                  <a:pt x="31592" y="217488"/>
                </a:moveTo>
                <a:lnTo>
                  <a:pt x="65245" y="217488"/>
                </a:lnTo>
                <a:cubicBezTo>
                  <a:pt x="67725" y="217488"/>
                  <a:pt x="69496" y="219393"/>
                  <a:pt x="69496" y="222060"/>
                </a:cubicBezTo>
                <a:cubicBezTo>
                  <a:pt x="69496" y="224727"/>
                  <a:pt x="67725" y="226632"/>
                  <a:pt x="65245" y="226632"/>
                </a:cubicBezTo>
                <a:lnTo>
                  <a:pt x="31592" y="226632"/>
                </a:lnTo>
                <a:cubicBezTo>
                  <a:pt x="29113" y="226632"/>
                  <a:pt x="26987" y="224727"/>
                  <a:pt x="26987" y="222060"/>
                </a:cubicBezTo>
                <a:cubicBezTo>
                  <a:pt x="26987" y="219393"/>
                  <a:pt x="29113" y="217488"/>
                  <a:pt x="31592" y="217488"/>
                </a:cubicBezTo>
                <a:close/>
                <a:moveTo>
                  <a:pt x="160066" y="174953"/>
                </a:moveTo>
                <a:lnTo>
                  <a:pt x="133448" y="196866"/>
                </a:lnTo>
                <a:cubicBezTo>
                  <a:pt x="148556" y="213392"/>
                  <a:pt x="169778" y="223451"/>
                  <a:pt x="193878" y="223451"/>
                </a:cubicBezTo>
                <a:cubicBezTo>
                  <a:pt x="212942" y="223451"/>
                  <a:pt x="230927" y="216625"/>
                  <a:pt x="244955" y="205488"/>
                </a:cubicBezTo>
                <a:lnTo>
                  <a:pt x="221934" y="179623"/>
                </a:lnTo>
                <a:cubicBezTo>
                  <a:pt x="214021" y="185730"/>
                  <a:pt x="204309" y="188963"/>
                  <a:pt x="193878" y="188963"/>
                </a:cubicBezTo>
                <a:cubicBezTo>
                  <a:pt x="180569" y="188963"/>
                  <a:pt x="168699" y="183934"/>
                  <a:pt x="160066" y="174953"/>
                </a:cubicBezTo>
                <a:close/>
                <a:moveTo>
                  <a:pt x="56959" y="152400"/>
                </a:moveTo>
                <a:cubicBezTo>
                  <a:pt x="59245" y="152400"/>
                  <a:pt x="61531" y="154219"/>
                  <a:pt x="61531" y="156766"/>
                </a:cubicBezTo>
                <a:lnTo>
                  <a:pt x="61531" y="200059"/>
                </a:lnTo>
                <a:cubicBezTo>
                  <a:pt x="61531" y="202605"/>
                  <a:pt x="59245" y="204424"/>
                  <a:pt x="56959" y="204424"/>
                </a:cubicBezTo>
                <a:cubicBezTo>
                  <a:pt x="54292" y="204424"/>
                  <a:pt x="52387" y="202605"/>
                  <a:pt x="52387" y="200059"/>
                </a:cubicBezTo>
                <a:lnTo>
                  <a:pt x="52387" y="156766"/>
                </a:lnTo>
                <a:cubicBezTo>
                  <a:pt x="52387" y="154219"/>
                  <a:pt x="54292" y="152400"/>
                  <a:pt x="56959" y="152400"/>
                </a:cubicBezTo>
                <a:close/>
                <a:moveTo>
                  <a:pt x="31940" y="139700"/>
                </a:moveTo>
                <a:cubicBezTo>
                  <a:pt x="34226" y="139700"/>
                  <a:pt x="36131" y="141504"/>
                  <a:pt x="36131" y="144030"/>
                </a:cubicBezTo>
                <a:lnTo>
                  <a:pt x="36131" y="198510"/>
                </a:lnTo>
                <a:cubicBezTo>
                  <a:pt x="36131" y="201035"/>
                  <a:pt x="34226" y="202839"/>
                  <a:pt x="31940" y="202839"/>
                </a:cubicBezTo>
                <a:cubicBezTo>
                  <a:pt x="29273" y="202839"/>
                  <a:pt x="26987" y="201035"/>
                  <a:pt x="26987" y="198510"/>
                </a:cubicBezTo>
                <a:lnTo>
                  <a:pt x="26987" y="144030"/>
                </a:lnTo>
                <a:cubicBezTo>
                  <a:pt x="26987" y="141504"/>
                  <a:pt x="29273" y="139700"/>
                  <a:pt x="31940" y="139700"/>
                </a:cubicBezTo>
                <a:close/>
                <a:moveTo>
                  <a:pt x="82359" y="117475"/>
                </a:moveTo>
                <a:cubicBezTo>
                  <a:pt x="85026" y="117475"/>
                  <a:pt x="86931" y="119261"/>
                  <a:pt x="86931" y="121761"/>
                </a:cubicBezTo>
                <a:lnTo>
                  <a:pt x="86931" y="198557"/>
                </a:lnTo>
                <a:cubicBezTo>
                  <a:pt x="86931" y="201057"/>
                  <a:pt x="85026" y="202843"/>
                  <a:pt x="82359" y="202843"/>
                </a:cubicBezTo>
                <a:cubicBezTo>
                  <a:pt x="80073" y="202843"/>
                  <a:pt x="77787" y="201057"/>
                  <a:pt x="77787" y="198557"/>
                </a:cubicBezTo>
                <a:lnTo>
                  <a:pt x="77787" y="121761"/>
                </a:lnTo>
                <a:cubicBezTo>
                  <a:pt x="77787" y="119261"/>
                  <a:pt x="80073" y="117475"/>
                  <a:pt x="82359" y="117475"/>
                </a:cubicBezTo>
                <a:close/>
                <a:moveTo>
                  <a:pt x="270134" y="113162"/>
                </a:moveTo>
                <a:lnTo>
                  <a:pt x="238481" y="126814"/>
                </a:lnTo>
                <a:cubicBezTo>
                  <a:pt x="240279" y="131484"/>
                  <a:pt x="240998" y="136873"/>
                  <a:pt x="240998" y="141902"/>
                </a:cubicBezTo>
                <a:cubicBezTo>
                  <a:pt x="240998" y="154116"/>
                  <a:pt x="236322" y="165612"/>
                  <a:pt x="228049" y="173875"/>
                </a:cubicBezTo>
                <a:lnTo>
                  <a:pt x="251070" y="199740"/>
                </a:lnTo>
                <a:cubicBezTo>
                  <a:pt x="266177" y="184652"/>
                  <a:pt x="275529" y="164175"/>
                  <a:pt x="275529" y="141902"/>
                </a:cubicBezTo>
                <a:cubicBezTo>
                  <a:pt x="275529" y="131843"/>
                  <a:pt x="273731" y="122143"/>
                  <a:pt x="270134" y="113162"/>
                </a:cubicBezTo>
                <a:close/>
                <a:moveTo>
                  <a:pt x="194114" y="107950"/>
                </a:moveTo>
                <a:cubicBezTo>
                  <a:pt x="196597" y="107950"/>
                  <a:pt x="198725" y="109762"/>
                  <a:pt x="198725" y="112298"/>
                </a:cubicBezTo>
                <a:lnTo>
                  <a:pt x="198725" y="114835"/>
                </a:lnTo>
                <a:cubicBezTo>
                  <a:pt x="203335" y="115922"/>
                  <a:pt x="207591" y="119546"/>
                  <a:pt x="209719" y="124256"/>
                </a:cubicBezTo>
                <a:cubicBezTo>
                  <a:pt x="210428" y="126068"/>
                  <a:pt x="209364" y="128967"/>
                  <a:pt x="207236" y="129692"/>
                </a:cubicBezTo>
                <a:cubicBezTo>
                  <a:pt x="205108" y="130779"/>
                  <a:pt x="202626" y="129692"/>
                  <a:pt x="201562" y="127518"/>
                </a:cubicBezTo>
                <a:cubicBezTo>
                  <a:pt x="200498" y="124981"/>
                  <a:pt x="197661" y="122807"/>
                  <a:pt x="194114" y="122807"/>
                </a:cubicBezTo>
                <a:cubicBezTo>
                  <a:pt x="189858" y="122807"/>
                  <a:pt x="186312" y="126068"/>
                  <a:pt x="186312" y="129692"/>
                </a:cubicBezTo>
                <a:cubicBezTo>
                  <a:pt x="186312" y="134403"/>
                  <a:pt x="188794" y="136939"/>
                  <a:pt x="194114" y="136939"/>
                </a:cubicBezTo>
                <a:cubicBezTo>
                  <a:pt x="204399" y="136939"/>
                  <a:pt x="210783" y="143099"/>
                  <a:pt x="210783" y="152521"/>
                </a:cubicBezTo>
                <a:cubicBezTo>
                  <a:pt x="210783" y="159768"/>
                  <a:pt x="205463" y="165928"/>
                  <a:pt x="198725" y="167378"/>
                </a:cubicBezTo>
                <a:lnTo>
                  <a:pt x="198725" y="169914"/>
                </a:lnTo>
                <a:cubicBezTo>
                  <a:pt x="198725" y="172451"/>
                  <a:pt x="196597" y="174263"/>
                  <a:pt x="194114" y="174263"/>
                </a:cubicBezTo>
                <a:cubicBezTo>
                  <a:pt x="191986" y="174263"/>
                  <a:pt x="189858" y="172451"/>
                  <a:pt x="189858" y="169914"/>
                </a:cubicBezTo>
                <a:lnTo>
                  <a:pt x="189858" y="167378"/>
                </a:lnTo>
                <a:cubicBezTo>
                  <a:pt x="184893" y="166291"/>
                  <a:pt x="180992" y="163029"/>
                  <a:pt x="178864" y="158319"/>
                </a:cubicBezTo>
                <a:cubicBezTo>
                  <a:pt x="178155" y="156144"/>
                  <a:pt x="179219" y="153608"/>
                  <a:pt x="181347" y="152521"/>
                </a:cubicBezTo>
                <a:cubicBezTo>
                  <a:pt x="183475" y="151434"/>
                  <a:pt x="185957" y="152521"/>
                  <a:pt x="187021" y="154695"/>
                </a:cubicBezTo>
                <a:cubicBezTo>
                  <a:pt x="188085" y="157956"/>
                  <a:pt x="190922" y="159406"/>
                  <a:pt x="194469" y="159406"/>
                </a:cubicBezTo>
                <a:cubicBezTo>
                  <a:pt x="198725" y="159406"/>
                  <a:pt x="202271" y="156507"/>
                  <a:pt x="202271" y="152521"/>
                </a:cubicBezTo>
                <a:cubicBezTo>
                  <a:pt x="202271" y="147810"/>
                  <a:pt x="199434" y="145274"/>
                  <a:pt x="194114" y="145274"/>
                </a:cubicBezTo>
                <a:cubicBezTo>
                  <a:pt x="184184" y="145274"/>
                  <a:pt x="177800" y="139476"/>
                  <a:pt x="177800" y="129692"/>
                </a:cubicBezTo>
                <a:cubicBezTo>
                  <a:pt x="177800" y="122445"/>
                  <a:pt x="182765" y="116284"/>
                  <a:pt x="189858" y="114835"/>
                </a:cubicBezTo>
                <a:lnTo>
                  <a:pt x="189858" y="112298"/>
                </a:lnTo>
                <a:cubicBezTo>
                  <a:pt x="189858" y="109762"/>
                  <a:pt x="191986" y="107950"/>
                  <a:pt x="194114" y="107950"/>
                </a:cubicBezTo>
                <a:close/>
                <a:moveTo>
                  <a:pt x="193878" y="103103"/>
                </a:moveTo>
                <a:cubicBezTo>
                  <a:pt x="172296" y="103103"/>
                  <a:pt x="155030" y="120347"/>
                  <a:pt x="155030" y="141902"/>
                </a:cubicBezTo>
                <a:cubicBezTo>
                  <a:pt x="155030" y="163097"/>
                  <a:pt x="172296" y="180341"/>
                  <a:pt x="193878" y="180341"/>
                </a:cubicBezTo>
                <a:cubicBezTo>
                  <a:pt x="215100" y="180341"/>
                  <a:pt x="232366" y="163097"/>
                  <a:pt x="232366" y="141902"/>
                </a:cubicBezTo>
                <a:cubicBezTo>
                  <a:pt x="232366" y="120347"/>
                  <a:pt x="215100" y="103103"/>
                  <a:pt x="193878" y="103103"/>
                </a:cubicBezTo>
                <a:close/>
                <a:moveTo>
                  <a:pt x="31699" y="85725"/>
                </a:moveTo>
                <a:lnTo>
                  <a:pt x="101650" y="85725"/>
                </a:lnTo>
                <a:cubicBezTo>
                  <a:pt x="103825" y="85725"/>
                  <a:pt x="106000" y="87630"/>
                  <a:pt x="106000" y="90297"/>
                </a:cubicBezTo>
                <a:cubicBezTo>
                  <a:pt x="106000" y="92964"/>
                  <a:pt x="103825" y="94869"/>
                  <a:pt x="101650" y="94869"/>
                </a:cubicBezTo>
                <a:lnTo>
                  <a:pt x="31699" y="94869"/>
                </a:lnTo>
                <a:cubicBezTo>
                  <a:pt x="29162" y="94869"/>
                  <a:pt x="26987" y="92964"/>
                  <a:pt x="26987" y="90297"/>
                </a:cubicBezTo>
                <a:cubicBezTo>
                  <a:pt x="26987" y="87630"/>
                  <a:pt x="29162" y="85725"/>
                  <a:pt x="31699" y="85725"/>
                </a:cubicBezTo>
                <a:close/>
                <a:moveTo>
                  <a:pt x="198194" y="60353"/>
                </a:moveTo>
                <a:lnTo>
                  <a:pt x="198194" y="94841"/>
                </a:lnTo>
                <a:cubicBezTo>
                  <a:pt x="214021" y="96278"/>
                  <a:pt x="227690" y="105618"/>
                  <a:pt x="235243" y="119269"/>
                </a:cubicBezTo>
                <a:lnTo>
                  <a:pt x="266897" y="105618"/>
                </a:lnTo>
                <a:cubicBezTo>
                  <a:pt x="253948" y="79752"/>
                  <a:pt x="228049" y="62149"/>
                  <a:pt x="198194" y="60353"/>
                </a:cubicBezTo>
                <a:close/>
                <a:moveTo>
                  <a:pt x="189202" y="60353"/>
                </a:moveTo>
                <a:cubicBezTo>
                  <a:pt x="146398" y="62509"/>
                  <a:pt x="111867" y="98433"/>
                  <a:pt x="111867" y="141902"/>
                </a:cubicBezTo>
                <a:cubicBezTo>
                  <a:pt x="111867" y="159864"/>
                  <a:pt x="117981" y="176749"/>
                  <a:pt x="128053" y="190400"/>
                </a:cubicBezTo>
                <a:lnTo>
                  <a:pt x="154671" y="168486"/>
                </a:lnTo>
                <a:cubicBezTo>
                  <a:pt x="149275" y="160942"/>
                  <a:pt x="146398" y="151602"/>
                  <a:pt x="146398" y="141902"/>
                </a:cubicBezTo>
                <a:cubicBezTo>
                  <a:pt x="146398" y="117114"/>
                  <a:pt x="165462" y="96996"/>
                  <a:pt x="189202" y="94841"/>
                </a:cubicBezTo>
                <a:lnTo>
                  <a:pt x="189202" y="60353"/>
                </a:lnTo>
                <a:close/>
                <a:moveTo>
                  <a:pt x="78948" y="57150"/>
                </a:moveTo>
                <a:lnTo>
                  <a:pt x="122303" y="57150"/>
                </a:lnTo>
                <a:cubicBezTo>
                  <a:pt x="124471" y="57150"/>
                  <a:pt x="126639" y="59436"/>
                  <a:pt x="126639" y="61722"/>
                </a:cubicBezTo>
                <a:cubicBezTo>
                  <a:pt x="126639" y="64389"/>
                  <a:pt x="124471" y="66294"/>
                  <a:pt x="122303" y="66294"/>
                </a:cubicBezTo>
                <a:lnTo>
                  <a:pt x="78948" y="66294"/>
                </a:lnTo>
                <a:cubicBezTo>
                  <a:pt x="76419" y="66294"/>
                  <a:pt x="74612" y="64389"/>
                  <a:pt x="74612" y="61722"/>
                </a:cubicBezTo>
                <a:cubicBezTo>
                  <a:pt x="74612" y="59436"/>
                  <a:pt x="76419" y="57150"/>
                  <a:pt x="78948" y="57150"/>
                </a:cubicBezTo>
                <a:close/>
                <a:moveTo>
                  <a:pt x="31668" y="57150"/>
                </a:moveTo>
                <a:lnTo>
                  <a:pt x="57232" y="57150"/>
                </a:lnTo>
                <a:cubicBezTo>
                  <a:pt x="59392" y="57150"/>
                  <a:pt x="61552" y="59436"/>
                  <a:pt x="61552" y="61722"/>
                </a:cubicBezTo>
                <a:cubicBezTo>
                  <a:pt x="61552" y="64389"/>
                  <a:pt x="59392" y="66294"/>
                  <a:pt x="57232" y="66294"/>
                </a:cubicBezTo>
                <a:lnTo>
                  <a:pt x="31668" y="66294"/>
                </a:lnTo>
                <a:cubicBezTo>
                  <a:pt x="29148" y="66294"/>
                  <a:pt x="26987" y="64389"/>
                  <a:pt x="26987" y="61722"/>
                </a:cubicBezTo>
                <a:cubicBezTo>
                  <a:pt x="26987" y="59436"/>
                  <a:pt x="29148" y="57150"/>
                  <a:pt x="31668" y="57150"/>
                </a:cubicBezTo>
                <a:close/>
                <a:moveTo>
                  <a:pt x="8633" y="37002"/>
                </a:moveTo>
                <a:lnTo>
                  <a:pt x="8633" y="246442"/>
                </a:lnTo>
                <a:lnTo>
                  <a:pt x="206467" y="246442"/>
                </a:lnTo>
                <a:lnTo>
                  <a:pt x="206467" y="230995"/>
                </a:lnTo>
                <a:cubicBezTo>
                  <a:pt x="202511" y="231713"/>
                  <a:pt x="198194" y="232073"/>
                  <a:pt x="193878" y="232073"/>
                </a:cubicBezTo>
                <a:cubicBezTo>
                  <a:pt x="143880" y="232073"/>
                  <a:pt x="103234" y="191478"/>
                  <a:pt x="103234" y="141902"/>
                </a:cubicBezTo>
                <a:cubicBezTo>
                  <a:pt x="103234" y="91967"/>
                  <a:pt x="143880" y="51372"/>
                  <a:pt x="193878" y="51372"/>
                </a:cubicBezTo>
                <a:cubicBezTo>
                  <a:pt x="198194" y="51372"/>
                  <a:pt x="202511" y="51731"/>
                  <a:pt x="206467" y="52450"/>
                </a:cubicBezTo>
                <a:lnTo>
                  <a:pt x="206467" y="37002"/>
                </a:lnTo>
                <a:lnTo>
                  <a:pt x="8633" y="37002"/>
                </a:lnTo>
                <a:close/>
                <a:moveTo>
                  <a:pt x="109347" y="14288"/>
                </a:moveTo>
                <a:cubicBezTo>
                  <a:pt x="112014" y="14288"/>
                  <a:pt x="113919" y="15941"/>
                  <a:pt x="113919" y="18256"/>
                </a:cubicBezTo>
                <a:cubicBezTo>
                  <a:pt x="113919" y="20241"/>
                  <a:pt x="112014" y="21894"/>
                  <a:pt x="109347" y="21894"/>
                </a:cubicBezTo>
                <a:cubicBezTo>
                  <a:pt x="106680" y="21894"/>
                  <a:pt x="104775" y="20241"/>
                  <a:pt x="104775" y="18256"/>
                </a:cubicBezTo>
                <a:cubicBezTo>
                  <a:pt x="104775" y="15941"/>
                  <a:pt x="106680" y="14288"/>
                  <a:pt x="109347" y="14288"/>
                </a:cubicBezTo>
                <a:close/>
                <a:moveTo>
                  <a:pt x="15826" y="8622"/>
                </a:moveTo>
                <a:cubicBezTo>
                  <a:pt x="11870" y="8622"/>
                  <a:pt x="8633" y="11855"/>
                  <a:pt x="8633" y="15447"/>
                </a:cubicBezTo>
                <a:lnTo>
                  <a:pt x="8633" y="28740"/>
                </a:lnTo>
                <a:lnTo>
                  <a:pt x="206467" y="28740"/>
                </a:lnTo>
                <a:lnTo>
                  <a:pt x="206467" y="15447"/>
                </a:lnTo>
                <a:cubicBezTo>
                  <a:pt x="206467" y="11855"/>
                  <a:pt x="203230" y="8622"/>
                  <a:pt x="199273" y="8622"/>
                </a:cubicBezTo>
                <a:lnTo>
                  <a:pt x="15826" y="8622"/>
                </a:lnTo>
                <a:close/>
                <a:moveTo>
                  <a:pt x="15826" y="0"/>
                </a:moveTo>
                <a:lnTo>
                  <a:pt x="199273" y="0"/>
                </a:lnTo>
                <a:cubicBezTo>
                  <a:pt x="208266" y="0"/>
                  <a:pt x="215100" y="6826"/>
                  <a:pt x="215100" y="15447"/>
                </a:cubicBezTo>
                <a:lnTo>
                  <a:pt x="215100" y="54246"/>
                </a:lnTo>
                <a:cubicBezTo>
                  <a:pt x="254667" y="63946"/>
                  <a:pt x="283803" y="99511"/>
                  <a:pt x="283803" y="141902"/>
                </a:cubicBezTo>
                <a:cubicBezTo>
                  <a:pt x="283803" y="184293"/>
                  <a:pt x="254667" y="219499"/>
                  <a:pt x="215100" y="229199"/>
                </a:cubicBezTo>
                <a:lnTo>
                  <a:pt x="215100" y="267997"/>
                </a:lnTo>
                <a:cubicBezTo>
                  <a:pt x="215100" y="276619"/>
                  <a:pt x="208266" y="283804"/>
                  <a:pt x="199273" y="283804"/>
                </a:cubicBezTo>
                <a:lnTo>
                  <a:pt x="15826" y="283804"/>
                </a:lnTo>
                <a:cubicBezTo>
                  <a:pt x="6834" y="283804"/>
                  <a:pt x="0" y="276619"/>
                  <a:pt x="0" y="267997"/>
                </a:cubicBezTo>
                <a:lnTo>
                  <a:pt x="0" y="15447"/>
                </a:lnTo>
                <a:cubicBezTo>
                  <a:pt x="0" y="6826"/>
                  <a:pt x="6834" y="0"/>
                  <a:pt x="158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24" name="Freeform 932">
            <a:extLst>
              <a:ext uri="{FF2B5EF4-FFF2-40B4-BE49-F238E27FC236}">
                <a16:creationId xmlns:a16="http://schemas.microsoft.com/office/drawing/2014/main" id="{CABC6DCA-67B0-F046-AAD8-3239825B4F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6534" y="4850398"/>
            <a:ext cx="602044" cy="603853"/>
          </a:xfrm>
          <a:custGeom>
            <a:avLst/>
            <a:gdLst>
              <a:gd name="T0" fmla="*/ 1815354 w 291035"/>
              <a:gd name="T1" fmla="*/ 2604568 h 291380"/>
              <a:gd name="T2" fmla="*/ 1713203 w 291035"/>
              <a:gd name="T3" fmla="*/ 2604568 h 291380"/>
              <a:gd name="T4" fmla="*/ 2265533 w 291035"/>
              <a:gd name="T5" fmla="*/ 2316933 h 291380"/>
              <a:gd name="T6" fmla="*/ 2559449 w 291035"/>
              <a:gd name="T7" fmla="*/ 2610120 h 291380"/>
              <a:gd name="T8" fmla="*/ 2265533 w 291035"/>
              <a:gd name="T9" fmla="*/ 2316933 h 291380"/>
              <a:gd name="T10" fmla="*/ 689932 w 291035"/>
              <a:gd name="T11" fmla="*/ 2610120 h 291380"/>
              <a:gd name="T12" fmla="*/ 979888 w 291035"/>
              <a:gd name="T13" fmla="*/ 2316933 h 291380"/>
              <a:gd name="T14" fmla="*/ 1412063 w 291035"/>
              <a:gd name="T15" fmla="*/ 2062633 h 291380"/>
              <a:gd name="T16" fmla="*/ 1837316 w 291035"/>
              <a:gd name="T17" fmla="*/ 3140014 h 291380"/>
              <a:gd name="T18" fmla="*/ 1412063 w 291035"/>
              <a:gd name="T19" fmla="*/ 2062633 h 291380"/>
              <a:gd name="T20" fmla="*/ 2265533 w 291035"/>
              <a:gd name="T21" fmla="*/ 2216540 h 291380"/>
              <a:gd name="T22" fmla="*/ 2559449 w 291035"/>
              <a:gd name="T23" fmla="*/ 2055886 h 291380"/>
              <a:gd name="T24" fmla="*/ 689932 w 291035"/>
              <a:gd name="T25" fmla="*/ 2055886 h 291380"/>
              <a:gd name="T26" fmla="*/ 979888 w 291035"/>
              <a:gd name="T27" fmla="*/ 2216540 h 291380"/>
              <a:gd name="T28" fmla="*/ 689932 w 291035"/>
              <a:gd name="T29" fmla="*/ 2055886 h 291380"/>
              <a:gd name="T30" fmla="*/ 2607120 w 291035"/>
              <a:gd name="T31" fmla="*/ 1955485 h 291380"/>
              <a:gd name="T32" fmla="*/ 2654775 w 291035"/>
              <a:gd name="T33" fmla="*/ 2610120 h 291380"/>
              <a:gd name="T34" fmla="*/ 2718324 w 291035"/>
              <a:gd name="T35" fmla="*/ 2662353 h 291380"/>
              <a:gd name="T36" fmla="*/ 2154329 w 291035"/>
              <a:gd name="T37" fmla="*/ 2710538 h 291380"/>
              <a:gd name="T38" fmla="*/ 2154329 w 291035"/>
              <a:gd name="T39" fmla="*/ 2610120 h 291380"/>
              <a:gd name="T40" fmla="*/ 2170208 w 291035"/>
              <a:gd name="T41" fmla="*/ 2003669 h 291380"/>
              <a:gd name="T42" fmla="*/ 642282 w 291035"/>
              <a:gd name="T43" fmla="*/ 1955485 h 291380"/>
              <a:gd name="T44" fmla="*/ 1079182 w 291035"/>
              <a:gd name="T45" fmla="*/ 2003669 h 291380"/>
              <a:gd name="T46" fmla="*/ 1095077 w 291035"/>
              <a:gd name="T47" fmla="*/ 2610120 h 291380"/>
              <a:gd name="T48" fmla="*/ 1095077 w 291035"/>
              <a:gd name="T49" fmla="*/ 2710538 h 291380"/>
              <a:gd name="T50" fmla="*/ 527093 w 291035"/>
              <a:gd name="T51" fmla="*/ 2662353 h 291380"/>
              <a:gd name="T52" fmla="*/ 590642 w 291035"/>
              <a:gd name="T53" fmla="*/ 2610120 h 291380"/>
              <a:gd name="T54" fmla="*/ 642282 w 291035"/>
              <a:gd name="T55" fmla="*/ 1955485 h 291380"/>
              <a:gd name="T56" fmla="*/ 361032 w 291035"/>
              <a:gd name="T57" fmla="*/ 3140014 h 291380"/>
              <a:gd name="T58" fmla="*/ 1311781 w 291035"/>
              <a:gd name="T59" fmla="*/ 2062633 h 291380"/>
              <a:gd name="T60" fmla="*/ 1247589 w 291035"/>
              <a:gd name="T61" fmla="*/ 2010566 h 291380"/>
              <a:gd name="T62" fmla="*/ 1953651 w 291035"/>
              <a:gd name="T63" fmla="*/ 1962499 h 291380"/>
              <a:gd name="T64" fmla="*/ 1953651 w 291035"/>
              <a:gd name="T65" fmla="*/ 2062633 h 291380"/>
              <a:gd name="T66" fmla="*/ 1937599 w 291035"/>
              <a:gd name="T67" fmla="*/ 3140014 h 291380"/>
              <a:gd name="T68" fmla="*/ 2884323 w 291035"/>
              <a:gd name="T69" fmla="*/ 1602055 h 291380"/>
              <a:gd name="T70" fmla="*/ 1633550 w 291035"/>
              <a:gd name="T71" fmla="*/ 695694 h 291380"/>
              <a:gd name="T72" fmla="*/ 1418940 w 291035"/>
              <a:gd name="T73" fmla="*/ 1181184 h 291380"/>
              <a:gd name="T74" fmla="*/ 1848151 w 291035"/>
              <a:gd name="T75" fmla="*/ 906589 h 291380"/>
              <a:gd name="T76" fmla="*/ 1633550 w 291035"/>
              <a:gd name="T77" fmla="*/ 596186 h 291380"/>
              <a:gd name="T78" fmla="*/ 1949381 w 291035"/>
              <a:gd name="T79" fmla="*/ 1181184 h 291380"/>
              <a:gd name="T80" fmla="*/ 2010121 w 291035"/>
              <a:gd name="T81" fmla="*/ 1228944 h 291380"/>
              <a:gd name="T82" fmla="*/ 1301513 w 291035"/>
              <a:gd name="T83" fmla="*/ 1280680 h 291380"/>
              <a:gd name="T84" fmla="*/ 1301513 w 291035"/>
              <a:gd name="T85" fmla="*/ 1181184 h 291380"/>
              <a:gd name="T86" fmla="*/ 1317719 w 291035"/>
              <a:gd name="T87" fmla="*/ 906589 h 291380"/>
              <a:gd name="T88" fmla="*/ 1624691 w 291035"/>
              <a:gd name="T89" fmla="*/ 116152 h 291380"/>
              <a:gd name="T90" fmla="*/ 3072873 w 291035"/>
              <a:gd name="T91" fmla="*/ 1505921 h 291380"/>
              <a:gd name="T92" fmla="*/ 641857 w 291035"/>
              <a:gd name="T93" fmla="*/ 96120 h 291380"/>
              <a:gd name="T94" fmla="*/ 938703 w 291035"/>
              <a:gd name="T95" fmla="*/ 636829 h 291380"/>
              <a:gd name="T96" fmla="*/ 641857 w 291035"/>
              <a:gd name="T97" fmla="*/ 96120 h 291380"/>
              <a:gd name="T98" fmla="*/ 1087136 w 291035"/>
              <a:gd name="T99" fmla="*/ 0 h 291380"/>
              <a:gd name="T100" fmla="*/ 1087136 w 291035"/>
              <a:gd name="T101" fmla="*/ 96120 h 291380"/>
              <a:gd name="T102" fmla="*/ 1034998 w 291035"/>
              <a:gd name="T103" fmla="*/ 544703 h 291380"/>
              <a:gd name="T104" fmla="*/ 1656811 w 291035"/>
              <a:gd name="T105" fmla="*/ 12039 h 291380"/>
              <a:gd name="T106" fmla="*/ 3241363 w 291035"/>
              <a:gd name="T107" fmla="*/ 1574005 h 291380"/>
              <a:gd name="T108" fmla="*/ 2984620 w 291035"/>
              <a:gd name="T109" fmla="*/ 1602055 h 291380"/>
              <a:gd name="T110" fmla="*/ 3197241 w 291035"/>
              <a:gd name="T111" fmla="*/ 3140014 h 291380"/>
              <a:gd name="T112" fmla="*/ 3197241 w 291035"/>
              <a:gd name="T113" fmla="*/ 3240141 h 291380"/>
              <a:gd name="T114" fmla="*/ 0 w 291035"/>
              <a:gd name="T115" fmla="*/ 3192074 h 291380"/>
              <a:gd name="T116" fmla="*/ 264761 w 291035"/>
              <a:gd name="T117" fmla="*/ 3140014 h 291380"/>
              <a:gd name="T118" fmla="*/ 52125 w 291035"/>
              <a:gd name="T119" fmla="*/ 1602055 h 291380"/>
              <a:gd name="T120" fmla="*/ 16024 w 291035"/>
              <a:gd name="T121" fmla="*/ 1517941 h 291380"/>
              <a:gd name="T122" fmla="*/ 545575 w 291035"/>
              <a:gd name="T123" fmla="*/ 96120 h 291380"/>
              <a:gd name="T124" fmla="*/ 445290 w 291035"/>
              <a:gd name="T125" fmla="*/ 48077 h 291380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291035" h="291380">
                <a:moveTo>
                  <a:pt x="158024" y="229827"/>
                </a:moveTo>
                <a:cubicBezTo>
                  <a:pt x="160955" y="229827"/>
                  <a:pt x="162787" y="232025"/>
                  <a:pt x="162787" y="234223"/>
                </a:cubicBezTo>
                <a:cubicBezTo>
                  <a:pt x="162787" y="236788"/>
                  <a:pt x="160955" y="238986"/>
                  <a:pt x="158024" y="238986"/>
                </a:cubicBezTo>
                <a:cubicBezTo>
                  <a:pt x="155826" y="238986"/>
                  <a:pt x="153628" y="236788"/>
                  <a:pt x="153628" y="234223"/>
                </a:cubicBezTo>
                <a:cubicBezTo>
                  <a:pt x="153628" y="232025"/>
                  <a:pt x="155826" y="229827"/>
                  <a:pt x="158024" y="229827"/>
                </a:cubicBezTo>
                <a:close/>
                <a:moveTo>
                  <a:pt x="203156" y="208358"/>
                </a:moveTo>
                <a:lnTo>
                  <a:pt x="203156" y="234724"/>
                </a:lnTo>
                <a:lnTo>
                  <a:pt x="229512" y="234724"/>
                </a:lnTo>
                <a:lnTo>
                  <a:pt x="229512" y="208358"/>
                </a:lnTo>
                <a:lnTo>
                  <a:pt x="203156" y="208358"/>
                </a:lnTo>
                <a:close/>
                <a:moveTo>
                  <a:pt x="61868" y="208358"/>
                </a:moveTo>
                <a:lnTo>
                  <a:pt x="61868" y="234724"/>
                </a:lnTo>
                <a:lnTo>
                  <a:pt x="87869" y="234724"/>
                </a:lnTo>
                <a:lnTo>
                  <a:pt x="87869" y="208358"/>
                </a:lnTo>
                <a:lnTo>
                  <a:pt x="61868" y="208358"/>
                </a:lnTo>
                <a:close/>
                <a:moveTo>
                  <a:pt x="126624" y="185489"/>
                </a:moveTo>
                <a:lnTo>
                  <a:pt x="126624" y="282376"/>
                </a:lnTo>
                <a:lnTo>
                  <a:pt x="164756" y="282376"/>
                </a:lnTo>
                <a:lnTo>
                  <a:pt x="164756" y="185489"/>
                </a:lnTo>
                <a:lnTo>
                  <a:pt x="126624" y="185489"/>
                </a:lnTo>
                <a:close/>
                <a:moveTo>
                  <a:pt x="203156" y="184882"/>
                </a:moveTo>
                <a:lnTo>
                  <a:pt x="203156" y="199329"/>
                </a:lnTo>
                <a:lnTo>
                  <a:pt x="229512" y="199329"/>
                </a:lnTo>
                <a:lnTo>
                  <a:pt x="229512" y="184882"/>
                </a:lnTo>
                <a:lnTo>
                  <a:pt x="203156" y="184882"/>
                </a:lnTo>
                <a:close/>
                <a:moveTo>
                  <a:pt x="61868" y="184882"/>
                </a:moveTo>
                <a:lnTo>
                  <a:pt x="61868" y="199329"/>
                </a:lnTo>
                <a:lnTo>
                  <a:pt x="87869" y="199329"/>
                </a:lnTo>
                <a:lnTo>
                  <a:pt x="87869" y="184882"/>
                </a:lnTo>
                <a:lnTo>
                  <a:pt x="61868" y="184882"/>
                </a:lnTo>
                <a:close/>
                <a:moveTo>
                  <a:pt x="198882" y="175852"/>
                </a:moveTo>
                <a:lnTo>
                  <a:pt x="233786" y="175852"/>
                </a:lnTo>
                <a:cubicBezTo>
                  <a:pt x="236279" y="175852"/>
                  <a:pt x="238060" y="177658"/>
                  <a:pt x="238060" y="180186"/>
                </a:cubicBezTo>
                <a:lnTo>
                  <a:pt x="238060" y="234724"/>
                </a:lnTo>
                <a:lnTo>
                  <a:pt x="239841" y="234724"/>
                </a:lnTo>
                <a:cubicBezTo>
                  <a:pt x="241978" y="234724"/>
                  <a:pt x="243759" y="236891"/>
                  <a:pt x="243759" y="239420"/>
                </a:cubicBezTo>
                <a:cubicBezTo>
                  <a:pt x="243759" y="241948"/>
                  <a:pt x="241978" y="243754"/>
                  <a:pt x="239841" y="243754"/>
                </a:cubicBezTo>
                <a:lnTo>
                  <a:pt x="193183" y="243754"/>
                </a:lnTo>
                <a:cubicBezTo>
                  <a:pt x="190690" y="243754"/>
                  <a:pt x="188553" y="241948"/>
                  <a:pt x="188553" y="239420"/>
                </a:cubicBezTo>
                <a:cubicBezTo>
                  <a:pt x="188553" y="236891"/>
                  <a:pt x="190690" y="234724"/>
                  <a:pt x="193183" y="234724"/>
                </a:cubicBezTo>
                <a:lnTo>
                  <a:pt x="194608" y="234724"/>
                </a:lnTo>
                <a:lnTo>
                  <a:pt x="194608" y="180186"/>
                </a:lnTo>
                <a:cubicBezTo>
                  <a:pt x="194608" y="177658"/>
                  <a:pt x="196389" y="175852"/>
                  <a:pt x="198882" y="175852"/>
                </a:cubicBezTo>
                <a:close/>
                <a:moveTo>
                  <a:pt x="57594" y="175852"/>
                </a:moveTo>
                <a:lnTo>
                  <a:pt x="92499" y="175852"/>
                </a:lnTo>
                <a:cubicBezTo>
                  <a:pt x="94992" y="175852"/>
                  <a:pt x="96773" y="177658"/>
                  <a:pt x="96773" y="180186"/>
                </a:cubicBezTo>
                <a:lnTo>
                  <a:pt x="96773" y="234724"/>
                </a:lnTo>
                <a:lnTo>
                  <a:pt x="98198" y="234724"/>
                </a:lnTo>
                <a:cubicBezTo>
                  <a:pt x="100691" y="234724"/>
                  <a:pt x="102472" y="236891"/>
                  <a:pt x="102472" y="239420"/>
                </a:cubicBezTo>
                <a:cubicBezTo>
                  <a:pt x="102472" y="241948"/>
                  <a:pt x="100691" y="243754"/>
                  <a:pt x="98198" y="243754"/>
                </a:cubicBezTo>
                <a:lnTo>
                  <a:pt x="51539" y="243754"/>
                </a:lnTo>
                <a:cubicBezTo>
                  <a:pt x="49402" y="243754"/>
                  <a:pt x="47265" y="241948"/>
                  <a:pt x="47265" y="239420"/>
                </a:cubicBezTo>
                <a:cubicBezTo>
                  <a:pt x="47265" y="236891"/>
                  <a:pt x="49402" y="234724"/>
                  <a:pt x="51539" y="234724"/>
                </a:cubicBezTo>
                <a:lnTo>
                  <a:pt x="52964" y="234724"/>
                </a:lnTo>
                <a:lnTo>
                  <a:pt x="52964" y="180186"/>
                </a:lnTo>
                <a:cubicBezTo>
                  <a:pt x="52964" y="177658"/>
                  <a:pt x="55101" y="175852"/>
                  <a:pt x="57594" y="175852"/>
                </a:cubicBezTo>
                <a:close/>
                <a:moveTo>
                  <a:pt x="32375" y="144069"/>
                </a:moveTo>
                <a:lnTo>
                  <a:pt x="32375" y="282376"/>
                </a:lnTo>
                <a:lnTo>
                  <a:pt x="117631" y="282376"/>
                </a:lnTo>
                <a:lnTo>
                  <a:pt x="117631" y="185489"/>
                </a:lnTo>
                <a:lnTo>
                  <a:pt x="116192" y="185489"/>
                </a:lnTo>
                <a:cubicBezTo>
                  <a:pt x="113674" y="185489"/>
                  <a:pt x="111875" y="183688"/>
                  <a:pt x="111875" y="180807"/>
                </a:cubicBezTo>
                <a:cubicBezTo>
                  <a:pt x="111875" y="178286"/>
                  <a:pt x="113674" y="176485"/>
                  <a:pt x="116192" y="176485"/>
                </a:cubicBezTo>
                <a:lnTo>
                  <a:pt x="175188" y="176485"/>
                </a:lnTo>
                <a:cubicBezTo>
                  <a:pt x="177346" y="176485"/>
                  <a:pt x="179145" y="178286"/>
                  <a:pt x="179145" y="180807"/>
                </a:cubicBezTo>
                <a:cubicBezTo>
                  <a:pt x="179145" y="183688"/>
                  <a:pt x="177346" y="185489"/>
                  <a:pt x="175188" y="185489"/>
                </a:cubicBezTo>
                <a:lnTo>
                  <a:pt x="173749" y="185489"/>
                </a:lnTo>
                <a:lnTo>
                  <a:pt x="173749" y="282376"/>
                </a:lnTo>
                <a:lnTo>
                  <a:pt x="258645" y="282376"/>
                </a:lnTo>
                <a:lnTo>
                  <a:pt x="258645" y="144069"/>
                </a:lnTo>
                <a:lnTo>
                  <a:pt x="32375" y="144069"/>
                </a:lnTo>
                <a:close/>
                <a:moveTo>
                  <a:pt x="146484" y="62562"/>
                </a:moveTo>
                <a:cubicBezTo>
                  <a:pt x="135954" y="62562"/>
                  <a:pt x="127240" y="70793"/>
                  <a:pt x="127240" y="81529"/>
                </a:cubicBezTo>
                <a:lnTo>
                  <a:pt x="127240" y="106222"/>
                </a:lnTo>
                <a:lnTo>
                  <a:pt x="165728" y="106222"/>
                </a:lnTo>
                <a:lnTo>
                  <a:pt x="165728" y="81529"/>
                </a:lnTo>
                <a:cubicBezTo>
                  <a:pt x="165728" y="70793"/>
                  <a:pt x="157014" y="62562"/>
                  <a:pt x="146484" y="62562"/>
                </a:cubicBezTo>
                <a:close/>
                <a:moveTo>
                  <a:pt x="146484" y="53615"/>
                </a:moveTo>
                <a:cubicBezTo>
                  <a:pt x="161734" y="53615"/>
                  <a:pt x="174806" y="66141"/>
                  <a:pt x="174806" y="81529"/>
                </a:cubicBezTo>
                <a:lnTo>
                  <a:pt x="174806" y="106222"/>
                </a:lnTo>
                <a:lnTo>
                  <a:pt x="176258" y="106222"/>
                </a:lnTo>
                <a:cubicBezTo>
                  <a:pt x="178437" y="106222"/>
                  <a:pt x="180252" y="108370"/>
                  <a:pt x="180252" y="110517"/>
                </a:cubicBezTo>
                <a:cubicBezTo>
                  <a:pt x="180252" y="113022"/>
                  <a:pt x="178437" y="115169"/>
                  <a:pt x="176258" y="115169"/>
                </a:cubicBezTo>
                <a:lnTo>
                  <a:pt x="116710" y="115169"/>
                </a:lnTo>
                <a:cubicBezTo>
                  <a:pt x="114169" y="115169"/>
                  <a:pt x="112353" y="113022"/>
                  <a:pt x="112353" y="110517"/>
                </a:cubicBezTo>
                <a:cubicBezTo>
                  <a:pt x="112353" y="108370"/>
                  <a:pt x="114169" y="106222"/>
                  <a:pt x="116710" y="106222"/>
                </a:cubicBezTo>
                <a:lnTo>
                  <a:pt x="118163" y="106222"/>
                </a:lnTo>
                <a:lnTo>
                  <a:pt x="118163" y="81529"/>
                </a:lnTo>
                <a:cubicBezTo>
                  <a:pt x="118163" y="66141"/>
                  <a:pt x="130871" y="53615"/>
                  <a:pt x="146484" y="53615"/>
                </a:cubicBezTo>
                <a:close/>
                <a:moveTo>
                  <a:pt x="145690" y="10445"/>
                </a:moveTo>
                <a:lnTo>
                  <a:pt x="15468" y="135425"/>
                </a:lnTo>
                <a:lnTo>
                  <a:pt x="275552" y="135425"/>
                </a:lnTo>
                <a:lnTo>
                  <a:pt x="145690" y="10445"/>
                </a:lnTo>
                <a:close/>
                <a:moveTo>
                  <a:pt x="57556" y="8644"/>
                </a:moveTo>
                <a:lnTo>
                  <a:pt x="57556" y="82840"/>
                </a:lnTo>
                <a:lnTo>
                  <a:pt x="84176" y="57268"/>
                </a:lnTo>
                <a:lnTo>
                  <a:pt x="84176" y="8644"/>
                </a:lnTo>
                <a:lnTo>
                  <a:pt x="57556" y="8644"/>
                </a:lnTo>
                <a:close/>
                <a:moveTo>
                  <a:pt x="44246" y="0"/>
                </a:moveTo>
                <a:lnTo>
                  <a:pt x="97486" y="0"/>
                </a:lnTo>
                <a:cubicBezTo>
                  <a:pt x="99645" y="0"/>
                  <a:pt x="101803" y="1801"/>
                  <a:pt x="101803" y="4322"/>
                </a:cubicBezTo>
                <a:cubicBezTo>
                  <a:pt x="101803" y="6843"/>
                  <a:pt x="99645" y="8644"/>
                  <a:pt x="97486" y="8644"/>
                </a:cubicBezTo>
                <a:lnTo>
                  <a:pt x="92810" y="8644"/>
                </a:lnTo>
                <a:lnTo>
                  <a:pt x="92810" y="48984"/>
                </a:lnTo>
                <a:lnTo>
                  <a:pt x="142453" y="1081"/>
                </a:lnTo>
                <a:cubicBezTo>
                  <a:pt x="144251" y="-360"/>
                  <a:pt x="147129" y="-360"/>
                  <a:pt x="148568" y="1081"/>
                </a:cubicBezTo>
                <a:lnTo>
                  <a:pt x="289941" y="136506"/>
                </a:lnTo>
                <a:cubicBezTo>
                  <a:pt x="291021" y="137946"/>
                  <a:pt x="291380" y="139747"/>
                  <a:pt x="290661" y="141548"/>
                </a:cubicBezTo>
                <a:cubicBezTo>
                  <a:pt x="289941" y="142989"/>
                  <a:pt x="288503" y="144069"/>
                  <a:pt x="286704" y="144069"/>
                </a:cubicBezTo>
                <a:lnTo>
                  <a:pt x="267638" y="144069"/>
                </a:lnTo>
                <a:lnTo>
                  <a:pt x="267638" y="282376"/>
                </a:lnTo>
                <a:lnTo>
                  <a:pt x="286704" y="282376"/>
                </a:lnTo>
                <a:cubicBezTo>
                  <a:pt x="289222" y="282376"/>
                  <a:pt x="291021" y="284537"/>
                  <a:pt x="291021" y="287058"/>
                </a:cubicBezTo>
                <a:cubicBezTo>
                  <a:pt x="291021" y="289219"/>
                  <a:pt x="289222" y="291380"/>
                  <a:pt x="286704" y="291380"/>
                </a:cubicBezTo>
                <a:lnTo>
                  <a:pt x="4676" y="291380"/>
                </a:lnTo>
                <a:cubicBezTo>
                  <a:pt x="2158" y="291380"/>
                  <a:pt x="0" y="289219"/>
                  <a:pt x="0" y="287058"/>
                </a:cubicBezTo>
                <a:cubicBezTo>
                  <a:pt x="0" y="284537"/>
                  <a:pt x="2158" y="282376"/>
                  <a:pt x="4676" y="282376"/>
                </a:cubicBezTo>
                <a:lnTo>
                  <a:pt x="23742" y="282376"/>
                </a:lnTo>
                <a:lnTo>
                  <a:pt x="23742" y="144069"/>
                </a:lnTo>
                <a:lnTo>
                  <a:pt x="4676" y="144069"/>
                </a:lnTo>
                <a:cubicBezTo>
                  <a:pt x="2877" y="144069"/>
                  <a:pt x="1079" y="142989"/>
                  <a:pt x="359" y="141548"/>
                </a:cubicBezTo>
                <a:cubicBezTo>
                  <a:pt x="-360" y="139747"/>
                  <a:pt x="0" y="137946"/>
                  <a:pt x="1439" y="136506"/>
                </a:cubicBezTo>
                <a:lnTo>
                  <a:pt x="48923" y="91124"/>
                </a:lnTo>
                <a:lnTo>
                  <a:pt x="48923" y="8644"/>
                </a:lnTo>
                <a:lnTo>
                  <a:pt x="44246" y="8644"/>
                </a:lnTo>
                <a:cubicBezTo>
                  <a:pt x="42088" y="8644"/>
                  <a:pt x="39930" y="6843"/>
                  <a:pt x="39930" y="4322"/>
                </a:cubicBezTo>
                <a:cubicBezTo>
                  <a:pt x="39930" y="1801"/>
                  <a:pt x="42088" y="0"/>
                  <a:pt x="4424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25" name="Freeform 1000">
            <a:extLst>
              <a:ext uri="{FF2B5EF4-FFF2-40B4-BE49-F238E27FC236}">
                <a16:creationId xmlns:a16="http://schemas.microsoft.com/office/drawing/2014/main" id="{29CFED83-3D4C-C242-A9ED-6D5AABB375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84872" y="6058450"/>
            <a:ext cx="627834" cy="624053"/>
          </a:xfrm>
          <a:custGeom>
            <a:avLst/>
            <a:gdLst>
              <a:gd name="T0" fmla="*/ 40681 w 290132"/>
              <a:gd name="T1" fmla="*/ 391214 h 289197"/>
              <a:gd name="T2" fmla="*/ 478361 w 290132"/>
              <a:gd name="T3" fmla="*/ 372034 h 289197"/>
              <a:gd name="T4" fmla="*/ 374771 w 290132"/>
              <a:gd name="T5" fmla="*/ 420438 h 289197"/>
              <a:gd name="T6" fmla="*/ 473741 w 290132"/>
              <a:gd name="T7" fmla="*/ 393330 h 289197"/>
              <a:gd name="T8" fmla="*/ 83793 w 290132"/>
              <a:gd name="T9" fmla="*/ 355899 h 289197"/>
              <a:gd name="T10" fmla="*/ 514649 w 290132"/>
              <a:gd name="T11" fmla="*/ 406883 h 289197"/>
              <a:gd name="T12" fmla="*/ 348378 w 290132"/>
              <a:gd name="T13" fmla="*/ 449477 h 289197"/>
              <a:gd name="T14" fmla="*/ 220378 w 290132"/>
              <a:gd name="T15" fmla="*/ 451413 h 289197"/>
              <a:gd name="T16" fmla="*/ 343759 w 290132"/>
              <a:gd name="T17" fmla="*/ 434634 h 289197"/>
              <a:gd name="T18" fmla="*/ 352997 w 290132"/>
              <a:gd name="T19" fmla="*/ 398493 h 289197"/>
              <a:gd name="T20" fmla="*/ 83793 w 290132"/>
              <a:gd name="T21" fmla="*/ 355899 h 289197"/>
              <a:gd name="T22" fmla="*/ 67295 w 290132"/>
              <a:gd name="T23" fmla="*/ 481746 h 289197"/>
              <a:gd name="T24" fmla="*/ 7921 w 290132"/>
              <a:gd name="T25" fmla="*/ 340408 h 289197"/>
              <a:gd name="T26" fmla="*/ 337163 w 290132"/>
              <a:gd name="T27" fmla="*/ 376550 h 289197"/>
              <a:gd name="T28" fmla="*/ 433491 w 290132"/>
              <a:gd name="T29" fmla="*/ 370097 h 289197"/>
              <a:gd name="T30" fmla="*/ 498152 w 290132"/>
              <a:gd name="T31" fmla="*/ 384295 h 289197"/>
              <a:gd name="T32" fmla="*/ 510688 w 290132"/>
              <a:gd name="T33" fmla="*/ 436570 h 289197"/>
              <a:gd name="T34" fmla="*/ 7921 w 290132"/>
              <a:gd name="T35" fmla="*/ 497234 h 289197"/>
              <a:gd name="T36" fmla="*/ 7921 w 290132"/>
              <a:gd name="T37" fmla="*/ 340408 h 289197"/>
              <a:gd name="T38" fmla="*/ 228907 w 290132"/>
              <a:gd name="T39" fmla="*/ 334167 h 289197"/>
              <a:gd name="T40" fmla="*/ 212142 w 290132"/>
              <a:gd name="T41" fmla="*/ 293209 h 289197"/>
              <a:gd name="T42" fmla="*/ 304434 w 290132"/>
              <a:gd name="T43" fmla="*/ 230928 h 289197"/>
              <a:gd name="T44" fmla="*/ 287696 w 290132"/>
              <a:gd name="T45" fmla="*/ 357702 h 289197"/>
              <a:gd name="T46" fmla="*/ 371974 w 290132"/>
              <a:gd name="T47" fmla="*/ 180215 h 289197"/>
              <a:gd name="T48" fmla="*/ 371974 w 290132"/>
              <a:gd name="T49" fmla="*/ 374092 h 289197"/>
              <a:gd name="T50" fmla="*/ 371974 w 290132"/>
              <a:gd name="T51" fmla="*/ 180215 h 289197"/>
              <a:gd name="T52" fmla="*/ 455549 w 290132"/>
              <a:gd name="T53" fmla="*/ 345636 h 289197"/>
              <a:gd name="T54" fmla="*/ 438811 w 290132"/>
              <a:gd name="T55" fmla="*/ 147948 h 289197"/>
              <a:gd name="T56" fmla="*/ 531108 w 290132"/>
              <a:gd name="T57" fmla="*/ 73576 h 289197"/>
              <a:gd name="T58" fmla="*/ 514364 w 290132"/>
              <a:gd name="T59" fmla="*/ 368522 h 289197"/>
              <a:gd name="T60" fmla="*/ 514431 w 290132"/>
              <a:gd name="T61" fmla="*/ 17551 h 289197"/>
              <a:gd name="T62" fmla="*/ 391486 w 290132"/>
              <a:gd name="T63" fmla="*/ 160338 h 289197"/>
              <a:gd name="T64" fmla="*/ 225146 w 290132"/>
              <a:gd name="T65" fmla="*/ 261588 h 289197"/>
              <a:gd name="T66" fmla="*/ 107455 w 290132"/>
              <a:gd name="T67" fmla="*/ 320000 h 289197"/>
              <a:gd name="T68" fmla="*/ 96278 w 290132"/>
              <a:gd name="T69" fmla="*/ 308966 h 289197"/>
              <a:gd name="T70" fmla="*/ 219884 w 290132"/>
              <a:gd name="T71" fmla="*/ 244713 h 289197"/>
              <a:gd name="T72" fmla="*/ 386224 w 290132"/>
              <a:gd name="T73" fmla="*/ 144112 h 289197"/>
              <a:gd name="T74" fmla="*/ 94821 w 290132"/>
              <a:gd name="T75" fmla="*/ 106414 h 289197"/>
              <a:gd name="T76" fmla="*/ 259062 w 290132"/>
              <a:gd name="T77" fmla="*/ 132525 h 289197"/>
              <a:gd name="T78" fmla="*/ 86316 w 290132"/>
              <a:gd name="T79" fmla="*/ 0 h 289197"/>
              <a:gd name="T80" fmla="*/ 275419 w 290132"/>
              <a:gd name="T81" fmla="*/ 148845 h 289197"/>
              <a:gd name="T82" fmla="*/ 262333 w 290132"/>
              <a:gd name="T83" fmla="*/ 155373 h 289197"/>
              <a:gd name="T84" fmla="*/ 78462 w 290132"/>
              <a:gd name="T85" fmla="*/ 114246 h 28919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290132" h="289197">
                <a:moveTo>
                  <a:pt x="22225" y="207963"/>
                </a:moveTo>
                <a:cubicBezTo>
                  <a:pt x="24423" y="207963"/>
                  <a:pt x="26621" y="210249"/>
                  <a:pt x="26621" y="212535"/>
                </a:cubicBezTo>
                <a:cubicBezTo>
                  <a:pt x="26621" y="215202"/>
                  <a:pt x="24423" y="217107"/>
                  <a:pt x="22225" y="217107"/>
                </a:cubicBezTo>
                <a:cubicBezTo>
                  <a:pt x="19661" y="217107"/>
                  <a:pt x="17463" y="215202"/>
                  <a:pt x="17463" y="212535"/>
                </a:cubicBezTo>
                <a:cubicBezTo>
                  <a:pt x="17463" y="210249"/>
                  <a:pt x="19661" y="207963"/>
                  <a:pt x="22225" y="207963"/>
                </a:cubicBezTo>
                <a:close/>
                <a:moveTo>
                  <a:pt x="261318" y="206463"/>
                </a:moveTo>
                <a:cubicBezTo>
                  <a:pt x="259155" y="205030"/>
                  <a:pt x="247982" y="209686"/>
                  <a:pt x="240052" y="213268"/>
                </a:cubicBezTo>
                <a:cubicBezTo>
                  <a:pt x="230320" y="217566"/>
                  <a:pt x="218426" y="222580"/>
                  <a:pt x="204369" y="226520"/>
                </a:cubicBezTo>
                <a:cubicBezTo>
                  <a:pt x="204729" y="228669"/>
                  <a:pt x="205089" y="230817"/>
                  <a:pt x="204729" y="233325"/>
                </a:cubicBezTo>
                <a:cubicBezTo>
                  <a:pt x="204369" y="234757"/>
                  <a:pt x="204369" y="235832"/>
                  <a:pt x="204008" y="237264"/>
                </a:cubicBezTo>
                <a:cubicBezTo>
                  <a:pt x="227437" y="231534"/>
                  <a:pt x="244017" y="224371"/>
                  <a:pt x="255911" y="219356"/>
                </a:cubicBezTo>
                <a:cubicBezTo>
                  <a:pt x="256993" y="218998"/>
                  <a:pt x="258074" y="218640"/>
                  <a:pt x="258795" y="218282"/>
                </a:cubicBezTo>
                <a:cubicBezTo>
                  <a:pt x="262039" y="215417"/>
                  <a:pt x="263841" y="212193"/>
                  <a:pt x="263841" y="210403"/>
                </a:cubicBezTo>
                <a:cubicBezTo>
                  <a:pt x="263841" y="209686"/>
                  <a:pt x="263480" y="208254"/>
                  <a:pt x="261318" y="206463"/>
                </a:cubicBezTo>
                <a:close/>
                <a:moveTo>
                  <a:pt x="45776" y="197509"/>
                </a:moveTo>
                <a:lnTo>
                  <a:pt x="45776" y="268424"/>
                </a:lnTo>
                <a:cubicBezTo>
                  <a:pt x="65960" y="274512"/>
                  <a:pt x="184184" y="306030"/>
                  <a:pt x="273933" y="235115"/>
                </a:cubicBezTo>
                <a:cubicBezTo>
                  <a:pt x="276096" y="233683"/>
                  <a:pt x="280781" y="229743"/>
                  <a:pt x="281142" y="225803"/>
                </a:cubicBezTo>
                <a:cubicBezTo>
                  <a:pt x="281142" y="225087"/>
                  <a:pt x="280781" y="223296"/>
                  <a:pt x="278979" y="221864"/>
                </a:cubicBezTo>
                <a:cubicBezTo>
                  <a:pt x="276817" y="220073"/>
                  <a:pt x="268166" y="223654"/>
                  <a:pt x="259155" y="227594"/>
                </a:cubicBezTo>
                <a:cubicBezTo>
                  <a:pt x="244738" y="233683"/>
                  <a:pt x="222751" y="242995"/>
                  <a:pt x="190311" y="249442"/>
                </a:cubicBezTo>
                <a:lnTo>
                  <a:pt x="189951" y="249442"/>
                </a:lnTo>
                <a:cubicBezTo>
                  <a:pt x="183103" y="251949"/>
                  <a:pt x="172650" y="253739"/>
                  <a:pt x="159674" y="253739"/>
                </a:cubicBezTo>
                <a:cubicBezTo>
                  <a:pt x="148501" y="253739"/>
                  <a:pt x="135525" y="252307"/>
                  <a:pt x="120387" y="250516"/>
                </a:cubicBezTo>
                <a:cubicBezTo>
                  <a:pt x="118224" y="250158"/>
                  <a:pt x="116422" y="248009"/>
                  <a:pt x="116782" y="245860"/>
                </a:cubicBezTo>
                <a:cubicBezTo>
                  <a:pt x="117143" y="243353"/>
                  <a:pt x="119305" y="241562"/>
                  <a:pt x="121828" y="241920"/>
                </a:cubicBezTo>
                <a:cubicBezTo>
                  <a:pt x="161476" y="246934"/>
                  <a:pt x="179498" y="244427"/>
                  <a:pt x="187788" y="241204"/>
                </a:cubicBezTo>
                <a:lnTo>
                  <a:pt x="187788" y="240846"/>
                </a:lnTo>
                <a:cubicBezTo>
                  <a:pt x="195718" y="237981"/>
                  <a:pt x="195718" y="234041"/>
                  <a:pt x="195718" y="232608"/>
                </a:cubicBezTo>
                <a:cubicBezTo>
                  <a:pt x="196439" y="227594"/>
                  <a:pt x="195358" y="223296"/>
                  <a:pt x="192835" y="221147"/>
                </a:cubicBezTo>
                <a:cubicBezTo>
                  <a:pt x="189591" y="217924"/>
                  <a:pt x="184544" y="217924"/>
                  <a:pt x="184544" y="217924"/>
                </a:cubicBezTo>
                <a:cubicBezTo>
                  <a:pt x="141292" y="218640"/>
                  <a:pt x="133723" y="213984"/>
                  <a:pt x="124351" y="208612"/>
                </a:cubicBezTo>
                <a:cubicBezTo>
                  <a:pt x="115701" y="203598"/>
                  <a:pt x="105609" y="197867"/>
                  <a:pt x="45776" y="197509"/>
                </a:cubicBezTo>
                <a:close/>
                <a:moveTo>
                  <a:pt x="8650" y="197509"/>
                </a:moveTo>
                <a:lnTo>
                  <a:pt x="8650" y="267349"/>
                </a:lnTo>
                <a:lnTo>
                  <a:pt x="36764" y="267349"/>
                </a:lnTo>
                <a:lnTo>
                  <a:pt x="36764" y="197509"/>
                </a:lnTo>
                <a:lnTo>
                  <a:pt x="8650" y="197509"/>
                </a:lnTo>
                <a:close/>
                <a:moveTo>
                  <a:pt x="4325" y="188913"/>
                </a:moveTo>
                <a:lnTo>
                  <a:pt x="41450" y="188913"/>
                </a:lnTo>
                <a:cubicBezTo>
                  <a:pt x="107771" y="188913"/>
                  <a:pt x="118945" y="195360"/>
                  <a:pt x="129037" y="201449"/>
                </a:cubicBezTo>
                <a:cubicBezTo>
                  <a:pt x="136967" y="205747"/>
                  <a:pt x="143815" y="210044"/>
                  <a:pt x="184184" y="208970"/>
                </a:cubicBezTo>
                <a:cubicBezTo>
                  <a:pt x="184184" y="208970"/>
                  <a:pt x="192835" y="208612"/>
                  <a:pt x="198962" y="215059"/>
                </a:cubicBezTo>
                <a:cubicBezTo>
                  <a:pt x="200043" y="215775"/>
                  <a:pt x="200764" y="216849"/>
                  <a:pt x="201485" y="218282"/>
                </a:cubicBezTo>
                <a:cubicBezTo>
                  <a:pt x="215182" y="214342"/>
                  <a:pt x="227076" y="209328"/>
                  <a:pt x="236808" y="205388"/>
                </a:cubicBezTo>
                <a:cubicBezTo>
                  <a:pt x="251586" y="198942"/>
                  <a:pt x="260597" y="195002"/>
                  <a:pt x="266724" y="199658"/>
                </a:cubicBezTo>
                <a:cubicBezTo>
                  <a:pt x="271410" y="203239"/>
                  <a:pt x="272491" y="207179"/>
                  <a:pt x="272491" y="209686"/>
                </a:cubicBezTo>
                <a:cubicBezTo>
                  <a:pt x="272852" y="211119"/>
                  <a:pt x="272491" y="212193"/>
                  <a:pt x="272131" y="213268"/>
                </a:cubicBezTo>
                <a:cubicBezTo>
                  <a:pt x="277177" y="212193"/>
                  <a:pt x="281142" y="212193"/>
                  <a:pt x="284386" y="215059"/>
                </a:cubicBezTo>
                <a:cubicBezTo>
                  <a:pt x="289071" y="218998"/>
                  <a:pt x="290153" y="223296"/>
                  <a:pt x="289792" y="226161"/>
                </a:cubicBezTo>
                <a:cubicBezTo>
                  <a:pt x="289432" y="234757"/>
                  <a:pt x="280061" y="241562"/>
                  <a:pt x="278979" y="242278"/>
                </a:cubicBezTo>
                <a:cubicBezTo>
                  <a:pt x="232122" y="279527"/>
                  <a:pt x="177336" y="289197"/>
                  <a:pt x="132281" y="289197"/>
                </a:cubicBezTo>
                <a:cubicBezTo>
                  <a:pt x="83622" y="289197"/>
                  <a:pt x="46136" y="278094"/>
                  <a:pt x="40729" y="275945"/>
                </a:cubicBezTo>
                <a:lnTo>
                  <a:pt x="4325" y="275945"/>
                </a:lnTo>
                <a:cubicBezTo>
                  <a:pt x="2163" y="275945"/>
                  <a:pt x="0" y="274154"/>
                  <a:pt x="0" y="272005"/>
                </a:cubicBezTo>
                <a:lnTo>
                  <a:pt x="0" y="193211"/>
                </a:lnTo>
                <a:cubicBezTo>
                  <a:pt x="0" y="190704"/>
                  <a:pt x="2163" y="188913"/>
                  <a:pt x="4325" y="188913"/>
                </a:cubicBezTo>
                <a:close/>
                <a:moveTo>
                  <a:pt x="120284" y="158750"/>
                </a:moveTo>
                <a:cubicBezTo>
                  <a:pt x="122849" y="158750"/>
                  <a:pt x="125047" y="160554"/>
                  <a:pt x="125047" y="162719"/>
                </a:cubicBezTo>
                <a:lnTo>
                  <a:pt x="125047" y="185449"/>
                </a:lnTo>
                <a:cubicBezTo>
                  <a:pt x="125047" y="187975"/>
                  <a:pt x="122849" y="190139"/>
                  <a:pt x="120284" y="190139"/>
                </a:cubicBezTo>
                <a:cubicBezTo>
                  <a:pt x="117720" y="190139"/>
                  <a:pt x="115888" y="187975"/>
                  <a:pt x="115888" y="185449"/>
                </a:cubicBezTo>
                <a:lnTo>
                  <a:pt x="115888" y="162719"/>
                </a:lnTo>
                <a:cubicBezTo>
                  <a:pt x="115888" y="160554"/>
                  <a:pt x="117720" y="158750"/>
                  <a:pt x="120284" y="158750"/>
                </a:cubicBezTo>
                <a:close/>
                <a:moveTo>
                  <a:pt x="161735" y="123825"/>
                </a:moveTo>
                <a:cubicBezTo>
                  <a:pt x="164402" y="123825"/>
                  <a:pt x="166307" y="125629"/>
                  <a:pt x="166307" y="128155"/>
                </a:cubicBezTo>
                <a:lnTo>
                  <a:pt x="166307" y="198510"/>
                </a:lnTo>
                <a:cubicBezTo>
                  <a:pt x="166307" y="201035"/>
                  <a:pt x="164402" y="202839"/>
                  <a:pt x="161735" y="202839"/>
                </a:cubicBezTo>
                <a:cubicBezTo>
                  <a:pt x="159068" y="202839"/>
                  <a:pt x="157163" y="201035"/>
                  <a:pt x="157163" y="198510"/>
                </a:cubicBezTo>
                <a:lnTo>
                  <a:pt x="157163" y="128155"/>
                </a:lnTo>
                <a:cubicBezTo>
                  <a:pt x="157163" y="125629"/>
                  <a:pt x="159068" y="123825"/>
                  <a:pt x="161735" y="123825"/>
                </a:cubicBezTo>
                <a:close/>
                <a:moveTo>
                  <a:pt x="203201" y="100013"/>
                </a:moveTo>
                <a:cubicBezTo>
                  <a:pt x="205765" y="100013"/>
                  <a:pt x="207597" y="101801"/>
                  <a:pt x="207597" y="104303"/>
                </a:cubicBezTo>
                <a:lnTo>
                  <a:pt x="207597" y="202959"/>
                </a:lnTo>
                <a:cubicBezTo>
                  <a:pt x="207597" y="205461"/>
                  <a:pt x="205765" y="207606"/>
                  <a:pt x="203201" y="207606"/>
                </a:cubicBezTo>
                <a:cubicBezTo>
                  <a:pt x="200636" y="207606"/>
                  <a:pt x="198438" y="205461"/>
                  <a:pt x="198438" y="202959"/>
                </a:cubicBezTo>
                <a:lnTo>
                  <a:pt x="198438" y="104303"/>
                </a:lnTo>
                <a:cubicBezTo>
                  <a:pt x="198438" y="101801"/>
                  <a:pt x="200636" y="100013"/>
                  <a:pt x="203201" y="100013"/>
                </a:cubicBezTo>
                <a:close/>
                <a:moveTo>
                  <a:pt x="244285" y="77788"/>
                </a:moveTo>
                <a:cubicBezTo>
                  <a:pt x="246952" y="77788"/>
                  <a:pt x="248857" y="79587"/>
                  <a:pt x="248857" y="82105"/>
                </a:cubicBezTo>
                <a:lnTo>
                  <a:pt x="248857" y="191814"/>
                </a:lnTo>
                <a:cubicBezTo>
                  <a:pt x="248857" y="194332"/>
                  <a:pt x="246952" y="196491"/>
                  <a:pt x="244285" y="196491"/>
                </a:cubicBezTo>
                <a:cubicBezTo>
                  <a:pt x="241618" y="196491"/>
                  <a:pt x="239713" y="194332"/>
                  <a:pt x="239713" y="191814"/>
                </a:cubicBezTo>
                <a:lnTo>
                  <a:pt x="239713" y="82105"/>
                </a:lnTo>
                <a:cubicBezTo>
                  <a:pt x="239713" y="79587"/>
                  <a:pt x="241618" y="77788"/>
                  <a:pt x="244285" y="77788"/>
                </a:cubicBezTo>
                <a:close/>
                <a:moveTo>
                  <a:pt x="285560" y="36513"/>
                </a:moveTo>
                <a:cubicBezTo>
                  <a:pt x="288227" y="36513"/>
                  <a:pt x="290132" y="38672"/>
                  <a:pt x="290132" y="40830"/>
                </a:cubicBezTo>
                <a:lnTo>
                  <a:pt x="290132" y="204514"/>
                </a:lnTo>
                <a:cubicBezTo>
                  <a:pt x="290132" y="207032"/>
                  <a:pt x="288227" y="209190"/>
                  <a:pt x="285560" y="209190"/>
                </a:cubicBezTo>
                <a:cubicBezTo>
                  <a:pt x="283274" y="209190"/>
                  <a:pt x="280988" y="207032"/>
                  <a:pt x="280988" y="204514"/>
                </a:cubicBezTo>
                <a:lnTo>
                  <a:pt x="280988" y="40830"/>
                </a:lnTo>
                <a:cubicBezTo>
                  <a:pt x="280988" y="38672"/>
                  <a:pt x="283274" y="36513"/>
                  <a:pt x="285560" y="36513"/>
                </a:cubicBezTo>
                <a:close/>
                <a:moveTo>
                  <a:pt x="281024" y="9739"/>
                </a:moveTo>
                <a:cubicBezTo>
                  <a:pt x="282460" y="7938"/>
                  <a:pt x="285334" y="7938"/>
                  <a:pt x="287129" y="9739"/>
                </a:cubicBezTo>
                <a:cubicBezTo>
                  <a:pt x="288566" y="11180"/>
                  <a:pt x="288566" y="14061"/>
                  <a:pt x="287129" y="15862"/>
                </a:cubicBezTo>
                <a:lnTo>
                  <a:pt x="213860" y="88981"/>
                </a:lnTo>
                <a:cubicBezTo>
                  <a:pt x="212064" y="91142"/>
                  <a:pt x="209550" y="91142"/>
                  <a:pt x="207754" y="88981"/>
                </a:cubicBezTo>
                <a:lnTo>
                  <a:pt x="193388" y="74933"/>
                </a:lnTo>
                <a:lnTo>
                  <a:pt x="122992" y="145170"/>
                </a:lnTo>
                <a:cubicBezTo>
                  <a:pt x="121555" y="146971"/>
                  <a:pt x="118682" y="146971"/>
                  <a:pt x="116886" y="145170"/>
                </a:cubicBezTo>
                <a:lnTo>
                  <a:pt x="103956" y="132203"/>
                </a:lnTo>
                <a:lnTo>
                  <a:pt x="58702" y="177587"/>
                </a:lnTo>
                <a:cubicBezTo>
                  <a:pt x="57984" y="178308"/>
                  <a:pt x="56906" y="179028"/>
                  <a:pt x="55829" y="179028"/>
                </a:cubicBezTo>
                <a:cubicBezTo>
                  <a:pt x="54392" y="179028"/>
                  <a:pt x="53314" y="178308"/>
                  <a:pt x="52596" y="177587"/>
                </a:cubicBezTo>
                <a:cubicBezTo>
                  <a:pt x="50800" y="175786"/>
                  <a:pt x="50800" y="172905"/>
                  <a:pt x="52596" y="171464"/>
                </a:cubicBezTo>
                <a:lnTo>
                  <a:pt x="101083" y="122839"/>
                </a:lnTo>
                <a:cubicBezTo>
                  <a:pt x="102520" y="121038"/>
                  <a:pt x="105393" y="121038"/>
                  <a:pt x="107189" y="122839"/>
                </a:cubicBezTo>
                <a:lnTo>
                  <a:pt x="120119" y="135805"/>
                </a:lnTo>
                <a:lnTo>
                  <a:pt x="190155" y="65569"/>
                </a:lnTo>
                <a:cubicBezTo>
                  <a:pt x="191951" y="63768"/>
                  <a:pt x="194465" y="63768"/>
                  <a:pt x="196261" y="65569"/>
                </a:cubicBezTo>
                <a:lnTo>
                  <a:pt x="210987" y="79976"/>
                </a:lnTo>
                <a:lnTo>
                  <a:pt x="281024" y="9739"/>
                </a:lnTo>
                <a:close/>
                <a:moveTo>
                  <a:pt x="51800" y="9058"/>
                </a:moveTo>
                <a:lnTo>
                  <a:pt x="51800" y="59054"/>
                </a:lnTo>
                <a:lnTo>
                  <a:pt x="122217" y="59054"/>
                </a:lnTo>
                <a:cubicBezTo>
                  <a:pt x="122932" y="59054"/>
                  <a:pt x="124362" y="59417"/>
                  <a:pt x="124719" y="60141"/>
                </a:cubicBezTo>
                <a:lnTo>
                  <a:pt x="141520" y="73546"/>
                </a:lnTo>
                <a:lnTo>
                  <a:pt x="141520" y="9058"/>
                </a:lnTo>
                <a:lnTo>
                  <a:pt x="51800" y="9058"/>
                </a:lnTo>
                <a:close/>
                <a:moveTo>
                  <a:pt x="47153" y="0"/>
                </a:moveTo>
                <a:lnTo>
                  <a:pt x="146166" y="0"/>
                </a:lnTo>
                <a:cubicBezTo>
                  <a:pt x="148311" y="0"/>
                  <a:pt x="150456" y="2174"/>
                  <a:pt x="150456" y="4710"/>
                </a:cubicBezTo>
                <a:lnTo>
                  <a:pt x="150456" y="82603"/>
                </a:lnTo>
                <a:cubicBezTo>
                  <a:pt x="150456" y="84053"/>
                  <a:pt x="149383" y="85864"/>
                  <a:pt x="147954" y="86589"/>
                </a:cubicBezTo>
                <a:cubicBezTo>
                  <a:pt x="147239" y="86589"/>
                  <a:pt x="146524" y="86951"/>
                  <a:pt x="146166" y="86951"/>
                </a:cubicBezTo>
                <a:cubicBezTo>
                  <a:pt x="145094" y="86951"/>
                  <a:pt x="144022" y="86589"/>
                  <a:pt x="143307" y="86226"/>
                </a:cubicBezTo>
                <a:lnTo>
                  <a:pt x="120787" y="68112"/>
                </a:lnTo>
                <a:lnTo>
                  <a:pt x="47153" y="68112"/>
                </a:lnTo>
                <a:cubicBezTo>
                  <a:pt x="45008" y="68112"/>
                  <a:pt x="42863" y="65938"/>
                  <a:pt x="42863" y="63402"/>
                </a:cubicBezTo>
                <a:lnTo>
                  <a:pt x="42863" y="4710"/>
                </a:lnTo>
                <a:cubicBezTo>
                  <a:pt x="42863" y="2174"/>
                  <a:pt x="45008" y="0"/>
                  <a:pt x="4715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60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3DA0C52A-C004-004D-9ACD-B8018524F871}"/>
              </a:ext>
            </a:extLst>
          </p:cNvPr>
          <p:cNvSpPr txBox="1"/>
          <p:nvPr/>
        </p:nvSpPr>
        <p:spPr>
          <a:xfrm>
            <a:off x="4060367" y="568458"/>
            <a:ext cx="59474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VALUE PROPOSITION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8C1B94E-A296-AE45-AAEF-57BA92BD8E2F}"/>
              </a:ext>
            </a:extLst>
          </p:cNvPr>
          <p:cNvGrpSpPr/>
          <p:nvPr/>
        </p:nvGrpSpPr>
        <p:grpSpPr>
          <a:xfrm>
            <a:off x="6002759" y="4774368"/>
            <a:ext cx="2313085" cy="2313087"/>
            <a:chOff x="10263698" y="5879400"/>
            <a:chExt cx="3954987" cy="3954990"/>
          </a:xfrm>
        </p:grpSpPr>
        <p:sp>
          <p:nvSpPr>
            <p:cNvPr id="51" name="Shape 55293">
              <a:extLst>
                <a:ext uri="{FF2B5EF4-FFF2-40B4-BE49-F238E27FC236}">
                  <a16:creationId xmlns:a16="http://schemas.microsoft.com/office/drawing/2014/main" id="{C06D72E8-2840-3443-843E-2E11BBA1DD12}"/>
                </a:ext>
              </a:extLst>
            </p:cNvPr>
            <p:cNvSpPr/>
            <p:nvPr/>
          </p:nvSpPr>
          <p:spPr>
            <a:xfrm>
              <a:off x="10263698" y="7856895"/>
              <a:ext cx="1977493" cy="197749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  <p:sp>
          <p:nvSpPr>
            <p:cNvPr id="52" name="Shape 55294">
              <a:extLst>
                <a:ext uri="{FF2B5EF4-FFF2-40B4-BE49-F238E27FC236}">
                  <a16:creationId xmlns:a16="http://schemas.microsoft.com/office/drawing/2014/main" id="{E50371A3-06CB-2444-B135-51A4591F59CB}"/>
                </a:ext>
              </a:extLst>
            </p:cNvPr>
            <p:cNvSpPr/>
            <p:nvPr/>
          </p:nvSpPr>
          <p:spPr>
            <a:xfrm>
              <a:off x="12241190" y="7856895"/>
              <a:ext cx="1977495" cy="1977495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  <p:sp>
          <p:nvSpPr>
            <p:cNvPr id="53" name="Shape 55295">
              <a:extLst>
                <a:ext uri="{FF2B5EF4-FFF2-40B4-BE49-F238E27FC236}">
                  <a16:creationId xmlns:a16="http://schemas.microsoft.com/office/drawing/2014/main" id="{39845321-3741-DA4A-BB67-ED7147D377F0}"/>
                </a:ext>
              </a:extLst>
            </p:cNvPr>
            <p:cNvSpPr/>
            <p:nvPr/>
          </p:nvSpPr>
          <p:spPr>
            <a:xfrm>
              <a:off x="10263698" y="5879400"/>
              <a:ext cx="1977493" cy="197749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  <p:sp>
          <p:nvSpPr>
            <p:cNvPr id="54" name="Shape 55296">
              <a:extLst>
                <a:ext uri="{FF2B5EF4-FFF2-40B4-BE49-F238E27FC236}">
                  <a16:creationId xmlns:a16="http://schemas.microsoft.com/office/drawing/2014/main" id="{19A66DC1-9971-C84F-98A3-C283B5F55367}"/>
                </a:ext>
              </a:extLst>
            </p:cNvPr>
            <p:cNvSpPr/>
            <p:nvPr/>
          </p:nvSpPr>
          <p:spPr>
            <a:xfrm>
              <a:off x="12241190" y="5879400"/>
              <a:ext cx="1977495" cy="197749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74B2A36-2057-5B4E-99D7-6761BD1745A5}"/>
              </a:ext>
            </a:extLst>
          </p:cNvPr>
          <p:cNvGrpSpPr/>
          <p:nvPr/>
        </p:nvGrpSpPr>
        <p:grpSpPr>
          <a:xfrm>
            <a:off x="7517719" y="4236457"/>
            <a:ext cx="1400920" cy="1283269"/>
            <a:chOff x="12854033" y="4959661"/>
            <a:chExt cx="2395337" cy="2194174"/>
          </a:xfrm>
        </p:grpSpPr>
        <p:sp>
          <p:nvSpPr>
            <p:cNvPr id="48" name="Shape 55298">
              <a:extLst>
                <a:ext uri="{FF2B5EF4-FFF2-40B4-BE49-F238E27FC236}">
                  <a16:creationId xmlns:a16="http://schemas.microsoft.com/office/drawing/2014/main" id="{8D0373D3-045A-CB49-BC94-B2C64B751959}"/>
                </a:ext>
              </a:extLst>
            </p:cNvPr>
            <p:cNvSpPr/>
            <p:nvPr/>
          </p:nvSpPr>
          <p:spPr>
            <a:xfrm>
              <a:off x="13792811" y="4959688"/>
              <a:ext cx="1456409" cy="1456412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  <p:sp>
          <p:nvSpPr>
            <p:cNvPr id="49" name="Shape 55299">
              <a:extLst>
                <a:ext uri="{FF2B5EF4-FFF2-40B4-BE49-F238E27FC236}">
                  <a16:creationId xmlns:a16="http://schemas.microsoft.com/office/drawing/2014/main" id="{2E951E86-6619-464C-B538-55320497609A}"/>
                </a:ext>
              </a:extLst>
            </p:cNvPr>
            <p:cNvSpPr/>
            <p:nvPr/>
          </p:nvSpPr>
          <p:spPr>
            <a:xfrm>
              <a:off x="12857671" y="4959661"/>
              <a:ext cx="935289" cy="2194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18132"/>
                  </a:lnTo>
                  <a:lnTo>
                    <a:pt x="0" y="21600"/>
                  </a:lnTo>
                  <a:lnTo>
                    <a:pt x="21600" y="14337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  <p:sp>
          <p:nvSpPr>
            <p:cNvPr id="50" name="Shape 55300">
              <a:extLst>
                <a:ext uri="{FF2B5EF4-FFF2-40B4-BE49-F238E27FC236}">
                  <a16:creationId xmlns:a16="http://schemas.microsoft.com/office/drawing/2014/main" id="{04FAD3FC-B199-7B41-B491-6FCB2A1C5883}"/>
                </a:ext>
              </a:extLst>
            </p:cNvPr>
            <p:cNvSpPr/>
            <p:nvPr/>
          </p:nvSpPr>
          <p:spPr>
            <a:xfrm>
              <a:off x="12854033" y="6416069"/>
              <a:ext cx="2395337" cy="7368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4" y="0"/>
                  </a:moveTo>
                  <a:lnTo>
                    <a:pt x="0" y="21600"/>
                  </a:lnTo>
                  <a:lnTo>
                    <a:pt x="3058" y="21573"/>
                  </a:lnTo>
                  <a:lnTo>
                    <a:pt x="21600" y="0"/>
                  </a:lnTo>
                  <a:lnTo>
                    <a:pt x="8434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C525211-4952-E04F-8E72-252BD8C53623}"/>
              </a:ext>
            </a:extLst>
          </p:cNvPr>
          <p:cNvGrpSpPr/>
          <p:nvPr/>
        </p:nvGrpSpPr>
        <p:grpSpPr>
          <a:xfrm>
            <a:off x="4643058" y="6345437"/>
            <a:ext cx="2096562" cy="1920489"/>
            <a:chOff x="7938848" y="8565662"/>
            <a:chExt cx="3584769" cy="3283713"/>
          </a:xfrm>
        </p:grpSpPr>
        <p:sp>
          <p:nvSpPr>
            <p:cNvPr id="38" name="Shape 55310">
              <a:extLst>
                <a:ext uri="{FF2B5EF4-FFF2-40B4-BE49-F238E27FC236}">
                  <a16:creationId xmlns:a16="http://schemas.microsoft.com/office/drawing/2014/main" id="{432B4685-E00A-BB4D-9739-F4D650B25C0F}"/>
                </a:ext>
              </a:extLst>
            </p:cNvPr>
            <p:cNvSpPr/>
            <p:nvPr/>
          </p:nvSpPr>
          <p:spPr>
            <a:xfrm>
              <a:off x="7939068" y="9669725"/>
              <a:ext cx="2179606" cy="217960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  <p:sp>
          <p:nvSpPr>
            <p:cNvPr id="39" name="Shape 55311">
              <a:extLst>
                <a:ext uri="{FF2B5EF4-FFF2-40B4-BE49-F238E27FC236}">
                  <a16:creationId xmlns:a16="http://schemas.microsoft.com/office/drawing/2014/main" id="{5C9BA019-6D1F-C149-A39A-1F12F8E5D33B}"/>
                </a:ext>
              </a:extLst>
            </p:cNvPr>
            <p:cNvSpPr/>
            <p:nvPr/>
          </p:nvSpPr>
          <p:spPr>
            <a:xfrm>
              <a:off x="10118450" y="8565662"/>
              <a:ext cx="1399717" cy="3283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3468"/>
                  </a:lnTo>
                  <a:lnTo>
                    <a:pt x="21600" y="0"/>
                  </a:lnTo>
                  <a:lnTo>
                    <a:pt x="0" y="7263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  <p:sp>
          <p:nvSpPr>
            <p:cNvPr id="40" name="Shape 55312">
              <a:extLst>
                <a:ext uri="{FF2B5EF4-FFF2-40B4-BE49-F238E27FC236}">
                  <a16:creationId xmlns:a16="http://schemas.microsoft.com/office/drawing/2014/main" id="{7B686D81-BD29-6444-8542-32F117B5AD62}"/>
                </a:ext>
              </a:extLst>
            </p:cNvPr>
            <p:cNvSpPr/>
            <p:nvPr/>
          </p:nvSpPr>
          <p:spPr>
            <a:xfrm>
              <a:off x="7938848" y="8567023"/>
              <a:ext cx="3584769" cy="1102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166" y="21600"/>
                  </a:moveTo>
                  <a:lnTo>
                    <a:pt x="21600" y="0"/>
                  </a:lnTo>
                  <a:lnTo>
                    <a:pt x="18542" y="27"/>
                  </a:lnTo>
                  <a:lnTo>
                    <a:pt x="0" y="21600"/>
                  </a:lnTo>
                  <a:lnTo>
                    <a:pt x="13166" y="2160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838E95B-8E8F-BC44-A686-1F499FF84FC6}"/>
              </a:ext>
            </a:extLst>
          </p:cNvPr>
          <p:cNvGrpSpPr/>
          <p:nvPr/>
        </p:nvGrpSpPr>
        <p:grpSpPr>
          <a:xfrm>
            <a:off x="7517724" y="6345437"/>
            <a:ext cx="2801837" cy="2566533"/>
            <a:chOff x="12854033" y="8565662"/>
            <a:chExt cx="4790671" cy="4388340"/>
          </a:xfrm>
        </p:grpSpPr>
        <p:sp>
          <p:nvSpPr>
            <p:cNvPr id="33" name="Shape 55316">
              <a:extLst>
                <a:ext uri="{FF2B5EF4-FFF2-40B4-BE49-F238E27FC236}">
                  <a16:creationId xmlns:a16="http://schemas.microsoft.com/office/drawing/2014/main" id="{34D55915-641D-6949-8CDD-BBE1AA9A4333}"/>
                </a:ext>
              </a:extLst>
            </p:cNvPr>
            <p:cNvSpPr/>
            <p:nvPr/>
          </p:nvSpPr>
          <p:spPr>
            <a:xfrm>
              <a:off x="14731590" y="10041129"/>
              <a:ext cx="2912817" cy="29128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  <p:sp>
          <p:nvSpPr>
            <p:cNvPr id="34" name="Shape 55317">
              <a:extLst>
                <a:ext uri="{FF2B5EF4-FFF2-40B4-BE49-F238E27FC236}">
                  <a16:creationId xmlns:a16="http://schemas.microsoft.com/office/drawing/2014/main" id="{DBAF75EF-7793-8645-A902-C63C8EFD1F1C}"/>
                </a:ext>
              </a:extLst>
            </p:cNvPr>
            <p:cNvSpPr/>
            <p:nvPr/>
          </p:nvSpPr>
          <p:spPr>
            <a:xfrm>
              <a:off x="12861314" y="8565662"/>
              <a:ext cx="1870575" cy="4388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3468"/>
                  </a:lnTo>
                  <a:lnTo>
                    <a:pt x="0" y="0"/>
                  </a:lnTo>
                  <a:lnTo>
                    <a:pt x="21600" y="7203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  <p:sp>
          <p:nvSpPr>
            <p:cNvPr id="35" name="Shape 55318">
              <a:extLst>
                <a:ext uri="{FF2B5EF4-FFF2-40B4-BE49-F238E27FC236}">
                  <a16:creationId xmlns:a16="http://schemas.microsoft.com/office/drawing/2014/main" id="{B378CC9D-DCB5-5D49-9064-B2E2EC36CECD}"/>
                </a:ext>
              </a:extLst>
            </p:cNvPr>
            <p:cNvSpPr/>
            <p:nvPr/>
          </p:nvSpPr>
          <p:spPr>
            <a:xfrm>
              <a:off x="12854033" y="8567482"/>
              <a:ext cx="4790671" cy="1473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4" y="21600"/>
                  </a:moveTo>
                  <a:lnTo>
                    <a:pt x="0" y="0"/>
                  </a:lnTo>
                  <a:lnTo>
                    <a:pt x="3058" y="27"/>
                  </a:lnTo>
                  <a:lnTo>
                    <a:pt x="21600" y="21600"/>
                  </a:lnTo>
                  <a:lnTo>
                    <a:pt x="8434" y="2160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987C3FF-D275-9F41-8BAD-E10864486A7A}"/>
              </a:ext>
            </a:extLst>
          </p:cNvPr>
          <p:cNvGrpSpPr/>
          <p:nvPr/>
        </p:nvGrpSpPr>
        <p:grpSpPr>
          <a:xfrm>
            <a:off x="3937784" y="2953190"/>
            <a:ext cx="2801836" cy="2566535"/>
            <a:chOff x="6732948" y="2765492"/>
            <a:chExt cx="4790669" cy="4388343"/>
          </a:xfrm>
        </p:grpSpPr>
        <p:sp>
          <p:nvSpPr>
            <p:cNvPr id="43" name="Shape 55304">
              <a:extLst>
                <a:ext uri="{FF2B5EF4-FFF2-40B4-BE49-F238E27FC236}">
                  <a16:creationId xmlns:a16="http://schemas.microsoft.com/office/drawing/2014/main" id="{A9E30C45-3B40-B54A-8BAE-7761E2F0BD72}"/>
                </a:ext>
              </a:extLst>
            </p:cNvPr>
            <p:cNvSpPr/>
            <p:nvPr/>
          </p:nvSpPr>
          <p:spPr>
            <a:xfrm>
              <a:off x="6733242" y="2765545"/>
              <a:ext cx="2912815" cy="291282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  <p:sp>
          <p:nvSpPr>
            <p:cNvPr id="44" name="Shape 55305">
              <a:extLst>
                <a:ext uri="{FF2B5EF4-FFF2-40B4-BE49-F238E27FC236}">
                  <a16:creationId xmlns:a16="http://schemas.microsoft.com/office/drawing/2014/main" id="{124DBECE-6415-9B47-BBD9-976CEEE5CA34}"/>
                </a:ext>
              </a:extLst>
            </p:cNvPr>
            <p:cNvSpPr/>
            <p:nvPr/>
          </p:nvSpPr>
          <p:spPr>
            <a:xfrm>
              <a:off x="9645758" y="2765492"/>
              <a:ext cx="1870574" cy="43883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8132"/>
                  </a:lnTo>
                  <a:lnTo>
                    <a:pt x="21600" y="21600"/>
                  </a:lnTo>
                  <a:lnTo>
                    <a:pt x="0" y="14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  <p:sp>
          <p:nvSpPr>
            <p:cNvPr id="45" name="Shape 55306">
              <a:extLst>
                <a:ext uri="{FF2B5EF4-FFF2-40B4-BE49-F238E27FC236}">
                  <a16:creationId xmlns:a16="http://schemas.microsoft.com/office/drawing/2014/main" id="{38B4CECF-F19E-F041-A56D-DADF0A50475A}"/>
                </a:ext>
              </a:extLst>
            </p:cNvPr>
            <p:cNvSpPr/>
            <p:nvPr/>
          </p:nvSpPr>
          <p:spPr>
            <a:xfrm>
              <a:off x="6732948" y="5678309"/>
              <a:ext cx="4790669" cy="1473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166" y="0"/>
                  </a:moveTo>
                  <a:lnTo>
                    <a:pt x="21600" y="21600"/>
                  </a:lnTo>
                  <a:lnTo>
                    <a:pt x="18542" y="21573"/>
                  </a:lnTo>
                  <a:lnTo>
                    <a:pt x="0" y="0"/>
                  </a:lnTo>
                  <a:lnTo>
                    <a:pt x="13166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961" dirty="0">
                <a:latin typeface="Lato Light" panose="020F0502020204030203" pitchFamily="34" charset="0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D2A0ACB-2ACC-4A4B-9D85-CFD9081F04BC}"/>
              </a:ext>
            </a:extLst>
          </p:cNvPr>
          <p:cNvSpPr txBox="1"/>
          <p:nvPr/>
        </p:nvSpPr>
        <p:spPr>
          <a:xfrm>
            <a:off x="4711979" y="1131562"/>
            <a:ext cx="4644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spc="175" dirty="0">
                <a:solidFill>
                  <a:schemeClr val="accent2">
                    <a:lumMod val="50000"/>
                  </a:schemeClr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Poppins Light" pitchFamily="2" charset="77"/>
              </a:rPr>
              <a:t>Why Investors Would Buy it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A024A4-48B9-1047-9714-0D199AF58B92}"/>
              </a:ext>
            </a:extLst>
          </p:cNvPr>
          <p:cNvSpPr txBox="1"/>
          <p:nvPr/>
        </p:nvSpPr>
        <p:spPr>
          <a:xfrm>
            <a:off x="10394507" y="7560769"/>
            <a:ext cx="3894015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Foreign Capital Magnet</a:t>
            </a:r>
          </a:p>
        </p:txBody>
      </p:sp>
      <p:sp>
        <p:nvSpPr>
          <p:cNvPr id="69" name="Subtitle 2">
            <a:extLst>
              <a:ext uri="{FF2B5EF4-FFF2-40B4-BE49-F238E27FC236}">
                <a16:creationId xmlns:a16="http://schemas.microsoft.com/office/drawing/2014/main" id="{4BF4562D-50FA-2741-ADC2-D8A6FB81C41F}"/>
              </a:ext>
            </a:extLst>
          </p:cNvPr>
          <p:cNvSpPr txBox="1">
            <a:spLocks/>
          </p:cNvSpPr>
          <p:nvPr/>
        </p:nvSpPr>
        <p:spPr>
          <a:xfrm>
            <a:off x="10394500" y="7988299"/>
            <a:ext cx="3326488" cy="983422"/>
          </a:xfrm>
          <a:prstGeom prst="rect">
            <a:avLst/>
          </a:prstGeom>
        </p:spPr>
        <p:txBody>
          <a:bodyPr vert="horz" wrap="square" lIns="53479" tIns="26739" rIns="53479" bIns="2673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755"/>
              </a:lnSpc>
            </a:pPr>
            <a:r>
              <a:rPr lang="en-US" sz="2000" dirty="0"/>
              <a:t>International investors who can’t pick Nigerian stocks individually could buy Lagos as a “macro growth bet.”</a:t>
            </a:r>
            <a:endParaRPr lang="en-US" sz="2000" dirty="0">
              <a:solidFill>
                <a:schemeClr val="tx1"/>
              </a:solidFill>
              <a:latin typeface="Lato Light" panose="020F0502020204030203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6DC6BD-AB2C-9D4F-90CF-A3E99CACF06E}"/>
              </a:ext>
            </a:extLst>
          </p:cNvPr>
          <p:cNvSpPr txBox="1"/>
          <p:nvPr/>
        </p:nvSpPr>
        <p:spPr>
          <a:xfrm>
            <a:off x="9224270" y="4091496"/>
            <a:ext cx="2106667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Diversification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28AA73BA-27FF-DA47-925C-0D479732C7B4}"/>
              </a:ext>
            </a:extLst>
          </p:cNvPr>
          <p:cNvSpPr txBox="1">
            <a:spLocks/>
          </p:cNvSpPr>
          <p:nvPr/>
        </p:nvSpPr>
        <p:spPr>
          <a:xfrm>
            <a:off x="9224265" y="4488251"/>
            <a:ext cx="2707698" cy="755026"/>
          </a:xfrm>
          <a:prstGeom prst="rect">
            <a:avLst/>
          </a:prstGeom>
        </p:spPr>
        <p:txBody>
          <a:bodyPr vert="horz" wrap="square" lIns="53479" tIns="26739" rIns="53479" bIns="2673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755"/>
              </a:lnSpc>
            </a:pPr>
            <a:r>
              <a:rPr lang="en-US" sz="2000" dirty="0"/>
              <a:t>Access to the entire Lagos economy, not just a single stock.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DEC5FA-BDA3-6F48-8E5D-BB585013C856}"/>
              </a:ext>
            </a:extLst>
          </p:cNvPr>
          <p:cNvSpPr txBox="1"/>
          <p:nvPr/>
        </p:nvSpPr>
        <p:spPr>
          <a:xfrm>
            <a:off x="1034819" y="7190457"/>
            <a:ext cx="3289683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en-US" sz="20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Hedge Against Inflation</a:t>
            </a:r>
          </a:p>
        </p:txBody>
      </p:sp>
      <p:sp>
        <p:nvSpPr>
          <p:cNvPr id="76" name="Subtitle 2">
            <a:extLst>
              <a:ext uri="{FF2B5EF4-FFF2-40B4-BE49-F238E27FC236}">
                <a16:creationId xmlns:a16="http://schemas.microsoft.com/office/drawing/2014/main" id="{6D97C017-F124-1E49-9FFC-CCA7BDC9D9A0}"/>
              </a:ext>
            </a:extLst>
          </p:cNvPr>
          <p:cNvSpPr txBox="1">
            <a:spLocks/>
          </p:cNvSpPr>
          <p:nvPr/>
        </p:nvSpPr>
        <p:spPr>
          <a:xfrm>
            <a:off x="1032670" y="7587209"/>
            <a:ext cx="3294585" cy="755026"/>
          </a:xfrm>
          <a:prstGeom prst="rect">
            <a:avLst/>
          </a:prstGeom>
        </p:spPr>
        <p:txBody>
          <a:bodyPr vert="horz" wrap="square" lIns="53479" tIns="26739" rIns="53479" bIns="2673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755"/>
              </a:lnSpc>
            </a:pPr>
            <a:r>
              <a:rPr lang="en-US" sz="2000" dirty="0"/>
              <a:t>As prices rise, revenue (tax, trade, corporate profits) usually expands too.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591E237-A82C-4C45-B939-4FDBA1AAFBEA}"/>
              </a:ext>
            </a:extLst>
          </p:cNvPr>
          <p:cNvSpPr txBox="1"/>
          <p:nvPr/>
        </p:nvSpPr>
        <p:spPr>
          <a:xfrm>
            <a:off x="1849833" y="3239744"/>
            <a:ext cx="1779654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en-US" sz="20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Growth Play</a:t>
            </a:r>
          </a:p>
        </p:txBody>
      </p:sp>
      <p:sp>
        <p:nvSpPr>
          <p:cNvPr id="79" name="Subtitle 2">
            <a:extLst>
              <a:ext uri="{FF2B5EF4-FFF2-40B4-BE49-F238E27FC236}">
                <a16:creationId xmlns:a16="http://schemas.microsoft.com/office/drawing/2014/main" id="{8AE2EA30-66EE-964C-B028-2068F22BF532}"/>
              </a:ext>
            </a:extLst>
          </p:cNvPr>
          <p:cNvSpPr txBox="1">
            <a:spLocks/>
          </p:cNvSpPr>
          <p:nvPr/>
        </p:nvSpPr>
        <p:spPr>
          <a:xfrm>
            <a:off x="194469" y="3636496"/>
            <a:ext cx="3437772" cy="1216691"/>
          </a:xfrm>
          <a:prstGeom prst="rect">
            <a:avLst/>
          </a:prstGeom>
        </p:spPr>
        <p:txBody>
          <a:bodyPr vert="horz" wrap="square" lIns="53479" tIns="26739" rIns="53479" bIns="2673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755"/>
              </a:lnSpc>
            </a:pPr>
            <a:r>
              <a:rPr lang="en-US" sz="2000" dirty="0"/>
              <a:t>Lagos is West Africa's leading business hub. The LEI offers exposure to this entire macro growth trajectory (~30% of Nigeria's GDP).</a:t>
            </a:r>
          </a:p>
        </p:txBody>
      </p:sp>
      <p:sp>
        <p:nvSpPr>
          <p:cNvPr id="3" name="Shape 2798">
            <a:extLst>
              <a:ext uri="{FF2B5EF4-FFF2-40B4-BE49-F238E27FC236}">
                <a16:creationId xmlns:a16="http://schemas.microsoft.com/office/drawing/2014/main" id="{6A33AEBE-DE81-7416-0726-141AC743BBCB}"/>
              </a:ext>
            </a:extLst>
          </p:cNvPr>
          <p:cNvSpPr>
            <a:spLocks noChangeAspect="1"/>
          </p:cNvSpPr>
          <p:nvPr/>
        </p:nvSpPr>
        <p:spPr>
          <a:xfrm>
            <a:off x="8847081" y="7731507"/>
            <a:ext cx="1238324" cy="687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502" y="11838"/>
                </a:moveTo>
                <a:cubicBezTo>
                  <a:pt x="11425" y="11731"/>
                  <a:pt x="11338" y="11646"/>
                  <a:pt x="11242" y="11581"/>
                </a:cubicBezTo>
                <a:cubicBezTo>
                  <a:pt x="11144" y="11515"/>
                  <a:pt x="11102" y="11458"/>
                  <a:pt x="11001" y="11410"/>
                </a:cubicBezTo>
                <a:lnTo>
                  <a:pt x="11001" y="14261"/>
                </a:lnTo>
                <a:cubicBezTo>
                  <a:pt x="11238" y="14227"/>
                  <a:pt x="11377" y="14100"/>
                  <a:pt x="11528" y="13875"/>
                </a:cubicBezTo>
                <a:cubicBezTo>
                  <a:pt x="11680" y="13651"/>
                  <a:pt x="11756" y="13293"/>
                  <a:pt x="11756" y="12804"/>
                </a:cubicBezTo>
                <a:cubicBezTo>
                  <a:pt x="11756" y="12576"/>
                  <a:pt x="11733" y="12384"/>
                  <a:pt x="11686" y="12229"/>
                </a:cubicBezTo>
                <a:cubicBezTo>
                  <a:pt x="11640" y="12074"/>
                  <a:pt x="11579" y="11944"/>
                  <a:pt x="11502" y="11838"/>
                </a:cubicBezTo>
                <a:moveTo>
                  <a:pt x="17182" y="16200"/>
                </a:moveTo>
                <a:lnTo>
                  <a:pt x="16200" y="16200"/>
                </a:lnTo>
                <a:cubicBezTo>
                  <a:pt x="15929" y="16200"/>
                  <a:pt x="15709" y="16602"/>
                  <a:pt x="15709" y="17100"/>
                </a:cubicBezTo>
                <a:cubicBezTo>
                  <a:pt x="15709" y="17597"/>
                  <a:pt x="15929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7"/>
                  <a:pt x="17673" y="17100"/>
                </a:cubicBezTo>
                <a:cubicBezTo>
                  <a:pt x="17673" y="16602"/>
                  <a:pt x="17453" y="16200"/>
                  <a:pt x="17182" y="16200"/>
                </a:cubicBezTo>
                <a:moveTo>
                  <a:pt x="9917" y="8509"/>
                </a:moveTo>
                <a:cubicBezTo>
                  <a:pt x="9917" y="8706"/>
                  <a:pt x="9938" y="8872"/>
                  <a:pt x="9982" y="9011"/>
                </a:cubicBezTo>
                <a:cubicBezTo>
                  <a:pt x="10026" y="9150"/>
                  <a:pt x="10082" y="9268"/>
                  <a:pt x="10150" y="9366"/>
                </a:cubicBezTo>
                <a:cubicBezTo>
                  <a:pt x="10219" y="9464"/>
                  <a:pt x="10298" y="9544"/>
                  <a:pt x="10388" y="9605"/>
                </a:cubicBezTo>
                <a:cubicBezTo>
                  <a:pt x="10478" y="9665"/>
                  <a:pt x="10513" y="9717"/>
                  <a:pt x="10605" y="9757"/>
                </a:cubicBezTo>
                <a:lnTo>
                  <a:pt x="10605" y="7311"/>
                </a:lnTo>
                <a:cubicBezTo>
                  <a:pt x="10368" y="7311"/>
                  <a:pt x="10241" y="7402"/>
                  <a:pt x="10111" y="7585"/>
                </a:cubicBezTo>
                <a:cubicBezTo>
                  <a:pt x="9981" y="7769"/>
                  <a:pt x="9917" y="8077"/>
                  <a:pt x="9917" y="8509"/>
                </a:cubicBezTo>
                <a:moveTo>
                  <a:pt x="20127" y="3600"/>
                </a:moveTo>
                <a:cubicBezTo>
                  <a:pt x="19856" y="3600"/>
                  <a:pt x="19636" y="3197"/>
                  <a:pt x="19636" y="2700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9" y="1800"/>
                  <a:pt x="20618" y="2203"/>
                  <a:pt x="20618" y="2700"/>
                </a:cubicBezTo>
                <a:cubicBezTo>
                  <a:pt x="20618" y="3197"/>
                  <a:pt x="20399" y="3600"/>
                  <a:pt x="20127" y="3600"/>
                </a:cubicBezTo>
                <a:moveTo>
                  <a:pt x="20618" y="16365"/>
                </a:moveTo>
                <a:cubicBezTo>
                  <a:pt x="20464" y="16265"/>
                  <a:pt x="20300" y="16200"/>
                  <a:pt x="20127" y="16200"/>
                </a:cubicBezTo>
                <a:cubicBezTo>
                  <a:pt x="19314" y="16200"/>
                  <a:pt x="18655" y="17408"/>
                  <a:pt x="18655" y="18900"/>
                </a:cubicBezTo>
                <a:cubicBezTo>
                  <a:pt x="18655" y="19217"/>
                  <a:pt x="18690" y="19517"/>
                  <a:pt x="18745" y="19800"/>
                </a:cubicBezTo>
                <a:lnTo>
                  <a:pt x="2855" y="19800"/>
                </a:lnTo>
                <a:cubicBezTo>
                  <a:pt x="2910" y="19517"/>
                  <a:pt x="2945" y="19217"/>
                  <a:pt x="2945" y="18900"/>
                </a:cubicBezTo>
                <a:cubicBezTo>
                  <a:pt x="2945" y="17408"/>
                  <a:pt x="2286" y="16200"/>
                  <a:pt x="1473" y="16200"/>
                </a:cubicBezTo>
                <a:cubicBezTo>
                  <a:pt x="1300" y="16200"/>
                  <a:pt x="1136" y="16265"/>
                  <a:pt x="982" y="16365"/>
                </a:cubicBezTo>
                <a:lnTo>
                  <a:pt x="982" y="5234"/>
                </a:lnTo>
                <a:cubicBezTo>
                  <a:pt x="1136" y="5335"/>
                  <a:pt x="1300" y="5400"/>
                  <a:pt x="1473" y="5400"/>
                </a:cubicBezTo>
                <a:cubicBezTo>
                  <a:pt x="2286" y="5400"/>
                  <a:pt x="2945" y="4191"/>
                  <a:pt x="2945" y="2700"/>
                </a:cubicBezTo>
                <a:cubicBezTo>
                  <a:pt x="2945" y="2382"/>
                  <a:pt x="2910" y="2083"/>
                  <a:pt x="2855" y="1800"/>
                </a:cubicBezTo>
                <a:lnTo>
                  <a:pt x="18745" y="1800"/>
                </a:lnTo>
                <a:cubicBezTo>
                  <a:pt x="18690" y="2083"/>
                  <a:pt x="18655" y="2382"/>
                  <a:pt x="18655" y="2700"/>
                </a:cubicBezTo>
                <a:cubicBezTo>
                  <a:pt x="18655" y="4191"/>
                  <a:pt x="19314" y="5400"/>
                  <a:pt x="20127" y="5400"/>
                </a:cubicBezTo>
                <a:cubicBezTo>
                  <a:pt x="20300" y="5400"/>
                  <a:pt x="20464" y="5335"/>
                  <a:pt x="20618" y="5234"/>
                </a:cubicBezTo>
                <a:cubicBezTo>
                  <a:pt x="20618" y="5234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7"/>
                  <a:pt x="19636" y="18900"/>
                </a:cubicBezTo>
                <a:cubicBezTo>
                  <a:pt x="19636" y="18403"/>
                  <a:pt x="19856" y="18000"/>
                  <a:pt x="20127" y="18000"/>
                </a:cubicBezTo>
                <a:cubicBezTo>
                  <a:pt x="20399" y="18000"/>
                  <a:pt x="20618" y="18403"/>
                  <a:pt x="20618" y="18900"/>
                </a:cubicBezTo>
                <a:cubicBezTo>
                  <a:pt x="20618" y="19397"/>
                  <a:pt x="20399" y="19800"/>
                  <a:pt x="20127" y="19800"/>
                </a:cubicBezTo>
                <a:moveTo>
                  <a:pt x="1473" y="19800"/>
                </a:moveTo>
                <a:cubicBezTo>
                  <a:pt x="1201" y="19800"/>
                  <a:pt x="982" y="19397"/>
                  <a:pt x="982" y="18900"/>
                </a:cubicBezTo>
                <a:cubicBezTo>
                  <a:pt x="982" y="18403"/>
                  <a:pt x="1201" y="18000"/>
                  <a:pt x="1473" y="18000"/>
                </a:cubicBezTo>
                <a:cubicBezTo>
                  <a:pt x="1744" y="18000"/>
                  <a:pt x="1964" y="18403"/>
                  <a:pt x="1964" y="18900"/>
                </a:cubicBezTo>
                <a:cubicBezTo>
                  <a:pt x="1964" y="19397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0"/>
                </a:cubicBezTo>
                <a:cubicBezTo>
                  <a:pt x="1964" y="3197"/>
                  <a:pt x="1744" y="3600"/>
                  <a:pt x="1473" y="3600"/>
                </a:cubicBezTo>
                <a:cubicBezTo>
                  <a:pt x="1201" y="3600"/>
                  <a:pt x="982" y="3197"/>
                  <a:pt x="982" y="2700"/>
                </a:cubicBezTo>
                <a:cubicBezTo>
                  <a:pt x="982" y="2203"/>
                  <a:pt x="1201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4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4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  <a:moveTo>
                  <a:pt x="12385" y="13801"/>
                </a:moveTo>
                <a:cubicBezTo>
                  <a:pt x="12304" y="14141"/>
                  <a:pt x="12193" y="14422"/>
                  <a:pt x="12052" y="14646"/>
                </a:cubicBezTo>
                <a:cubicBezTo>
                  <a:pt x="11912" y="14871"/>
                  <a:pt x="11747" y="15042"/>
                  <a:pt x="11558" y="15160"/>
                </a:cubicBezTo>
                <a:cubicBezTo>
                  <a:pt x="11369" y="15278"/>
                  <a:pt x="11221" y="15345"/>
                  <a:pt x="11001" y="15362"/>
                </a:cubicBezTo>
                <a:lnTo>
                  <a:pt x="11001" y="16198"/>
                </a:lnTo>
                <a:lnTo>
                  <a:pt x="10605" y="16198"/>
                </a:lnTo>
                <a:lnTo>
                  <a:pt x="10605" y="15362"/>
                </a:lnTo>
                <a:cubicBezTo>
                  <a:pt x="10368" y="15353"/>
                  <a:pt x="10206" y="15284"/>
                  <a:pt x="10009" y="15154"/>
                </a:cubicBezTo>
                <a:cubicBezTo>
                  <a:pt x="9811" y="15023"/>
                  <a:pt x="9642" y="14837"/>
                  <a:pt x="9501" y="14596"/>
                </a:cubicBezTo>
                <a:cubicBezTo>
                  <a:pt x="9361" y="14356"/>
                  <a:pt x="9252" y="14061"/>
                  <a:pt x="9175" y="13710"/>
                </a:cubicBezTo>
                <a:cubicBezTo>
                  <a:pt x="9098" y="13359"/>
                  <a:pt x="9062" y="12956"/>
                  <a:pt x="9066" y="12498"/>
                </a:cubicBezTo>
                <a:lnTo>
                  <a:pt x="9818" y="12498"/>
                </a:lnTo>
                <a:cubicBezTo>
                  <a:pt x="9813" y="13036"/>
                  <a:pt x="9877" y="13461"/>
                  <a:pt x="10009" y="13770"/>
                </a:cubicBezTo>
                <a:cubicBezTo>
                  <a:pt x="10140" y="14081"/>
                  <a:pt x="10302" y="14244"/>
                  <a:pt x="10605" y="14261"/>
                </a:cubicBezTo>
                <a:lnTo>
                  <a:pt x="10605" y="11299"/>
                </a:lnTo>
                <a:cubicBezTo>
                  <a:pt x="10425" y="11209"/>
                  <a:pt x="10302" y="11101"/>
                  <a:pt x="10124" y="10974"/>
                </a:cubicBezTo>
                <a:cubicBezTo>
                  <a:pt x="9946" y="10849"/>
                  <a:pt x="9786" y="10686"/>
                  <a:pt x="9643" y="10485"/>
                </a:cubicBezTo>
                <a:cubicBezTo>
                  <a:pt x="9500" y="10285"/>
                  <a:pt x="9385" y="10035"/>
                  <a:pt x="9297" y="9733"/>
                </a:cubicBezTo>
                <a:cubicBezTo>
                  <a:pt x="9209" y="9431"/>
                  <a:pt x="9165" y="9056"/>
                  <a:pt x="9165" y="8607"/>
                </a:cubicBezTo>
                <a:cubicBezTo>
                  <a:pt x="9165" y="8216"/>
                  <a:pt x="9206" y="7871"/>
                  <a:pt x="9287" y="7574"/>
                </a:cubicBezTo>
                <a:cubicBezTo>
                  <a:pt x="9369" y="7276"/>
                  <a:pt x="9478" y="7026"/>
                  <a:pt x="9617" y="6827"/>
                </a:cubicBezTo>
                <a:cubicBezTo>
                  <a:pt x="9755" y="6627"/>
                  <a:pt x="9914" y="6474"/>
                  <a:pt x="10094" y="6368"/>
                </a:cubicBezTo>
                <a:cubicBezTo>
                  <a:pt x="10275" y="6262"/>
                  <a:pt x="10408" y="6209"/>
                  <a:pt x="10605" y="6209"/>
                </a:cubicBezTo>
                <a:lnTo>
                  <a:pt x="10605" y="5406"/>
                </a:lnTo>
                <a:lnTo>
                  <a:pt x="11001" y="5406"/>
                </a:lnTo>
                <a:lnTo>
                  <a:pt x="11001" y="6209"/>
                </a:lnTo>
                <a:cubicBezTo>
                  <a:pt x="11199" y="6209"/>
                  <a:pt x="11329" y="6257"/>
                  <a:pt x="11505" y="6356"/>
                </a:cubicBezTo>
                <a:cubicBezTo>
                  <a:pt x="11681" y="6454"/>
                  <a:pt x="11834" y="6601"/>
                  <a:pt x="11963" y="6796"/>
                </a:cubicBezTo>
                <a:cubicBezTo>
                  <a:pt x="12093" y="6992"/>
                  <a:pt x="12196" y="7241"/>
                  <a:pt x="12273" y="7543"/>
                </a:cubicBezTo>
                <a:cubicBezTo>
                  <a:pt x="12350" y="7845"/>
                  <a:pt x="12389" y="8195"/>
                  <a:pt x="12389" y="8594"/>
                </a:cubicBezTo>
                <a:lnTo>
                  <a:pt x="11637" y="8594"/>
                </a:lnTo>
                <a:cubicBezTo>
                  <a:pt x="11628" y="8179"/>
                  <a:pt x="11570" y="7860"/>
                  <a:pt x="11463" y="7641"/>
                </a:cubicBezTo>
                <a:cubicBezTo>
                  <a:pt x="11355" y="7420"/>
                  <a:pt x="11238" y="7311"/>
                  <a:pt x="11001" y="7311"/>
                </a:cubicBezTo>
                <a:lnTo>
                  <a:pt x="11001" y="9892"/>
                </a:lnTo>
                <a:cubicBezTo>
                  <a:pt x="11199" y="9990"/>
                  <a:pt x="11336" y="10104"/>
                  <a:pt x="11525" y="10235"/>
                </a:cubicBezTo>
                <a:cubicBezTo>
                  <a:pt x="11714" y="10365"/>
                  <a:pt x="11881" y="10532"/>
                  <a:pt x="12026" y="10736"/>
                </a:cubicBezTo>
                <a:cubicBezTo>
                  <a:pt x="12171" y="10940"/>
                  <a:pt x="12287" y="11193"/>
                  <a:pt x="12375" y="11495"/>
                </a:cubicBezTo>
                <a:cubicBezTo>
                  <a:pt x="12463" y="11797"/>
                  <a:pt x="12507" y="12168"/>
                  <a:pt x="12507" y="12608"/>
                </a:cubicBezTo>
                <a:cubicBezTo>
                  <a:pt x="12507" y="13065"/>
                  <a:pt x="12466" y="13463"/>
                  <a:pt x="12385" y="13801"/>
                </a:cubicBezTo>
                <a:moveTo>
                  <a:pt x="10800" y="3600"/>
                </a:moveTo>
                <a:cubicBezTo>
                  <a:pt x="8631" y="3600"/>
                  <a:pt x="6873" y="6824"/>
                  <a:pt x="6873" y="10800"/>
                </a:cubicBezTo>
                <a:cubicBezTo>
                  <a:pt x="6873" y="14776"/>
                  <a:pt x="8631" y="18000"/>
                  <a:pt x="10800" y="18000"/>
                </a:cubicBezTo>
                <a:cubicBezTo>
                  <a:pt x="12969" y="18000"/>
                  <a:pt x="14727" y="14776"/>
                  <a:pt x="14727" y="10800"/>
                </a:cubicBezTo>
                <a:cubicBezTo>
                  <a:pt x="14727" y="6824"/>
                  <a:pt x="12969" y="3600"/>
                  <a:pt x="10800" y="3600"/>
                </a:cubicBezTo>
                <a:moveTo>
                  <a:pt x="5400" y="3600"/>
                </a:moveTo>
                <a:lnTo>
                  <a:pt x="4418" y="3600"/>
                </a:lnTo>
                <a:cubicBezTo>
                  <a:pt x="4147" y="3600"/>
                  <a:pt x="3927" y="4002"/>
                  <a:pt x="3927" y="4500"/>
                </a:cubicBezTo>
                <a:cubicBezTo>
                  <a:pt x="3927" y="4997"/>
                  <a:pt x="4147" y="5400"/>
                  <a:pt x="4418" y="5400"/>
                </a:cubicBezTo>
                <a:lnTo>
                  <a:pt x="5400" y="5400"/>
                </a:lnTo>
                <a:cubicBezTo>
                  <a:pt x="5671" y="5400"/>
                  <a:pt x="5891" y="4997"/>
                  <a:pt x="5891" y="4500"/>
                </a:cubicBezTo>
                <a:cubicBezTo>
                  <a:pt x="5891" y="4002"/>
                  <a:pt x="5671" y="3600"/>
                  <a:pt x="5400" y="3600"/>
                </a:cubicBezTo>
              </a:path>
            </a:pathLst>
          </a:custGeom>
          <a:solidFill>
            <a:schemeClr val="accent4"/>
          </a:solidFill>
          <a:ln w="12700">
            <a:solidFill>
              <a:schemeClr val="bg1"/>
            </a:solidFill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 b="1" dirty="0"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sp>
        <p:nvSpPr>
          <p:cNvPr id="5" name="Freeform 995">
            <a:extLst>
              <a:ext uri="{FF2B5EF4-FFF2-40B4-BE49-F238E27FC236}">
                <a16:creationId xmlns:a16="http://schemas.microsoft.com/office/drawing/2014/main" id="{62BE017C-04A9-CA4F-AAA8-F2015F9388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37123" y="3280801"/>
            <a:ext cx="983401" cy="983401"/>
          </a:xfrm>
          <a:custGeom>
            <a:avLst/>
            <a:gdLst>
              <a:gd name="T0" fmla="*/ 402125 w 290152"/>
              <a:gd name="T1" fmla="*/ 506459 h 290151"/>
              <a:gd name="T2" fmla="*/ 515039 w 290152"/>
              <a:gd name="T3" fmla="*/ 506459 h 290151"/>
              <a:gd name="T4" fmla="*/ 410709 w 290152"/>
              <a:gd name="T5" fmla="*/ 477405 h 290151"/>
              <a:gd name="T6" fmla="*/ 273366 w 290152"/>
              <a:gd name="T7" fmla="*/ 506459 h 290151"/>
              <a:gd name="T8" fmla="*/ 386279 w 290152"/>
              <a:gd name="T9" fmla="*/ 506459 h 290151"/>
              <a:gd name="T10" fmla="*/ 281291 w 290152"/>
              <a:gd name="T11" fmla="*/ 477405 h 290151"/>
              <a:gd name="T12" fmla="*/ 144608 w 290152"/>
              <a:gd name="T13" fmla="*/ 506459 h 290151"/>
              <a:gd name="T14" fmla="*/ 257518 w 290152"/>
              <a:gd name="T15" fmla="*/ 506459 h 290151"/>
              <a:gd name="T16" fmla="*/ 153189 w 290152"/>
              <a:gd name="T17" fmla="*/ 477405 h 290151"/>
              <a:gd name="T18" fmla="*/ 15849 w 290152"/>
              <a:gd name="T19" fmla="*/ 506459 h 290151"/>
              <a:gd name="T20" fmla="*/ 128761 w 290152"/>
              <a:gd name="T21" fmla="*/ 506459 h 290151"/>
              <a:gd name="T22" fmla="*/ 24436 w 290152"/>
              <a:gd name="T23" fmla="*/ 477405 h 290151"/>
              <a:gd name="T24" fmla="*/ 402125 w 290152"/>
              <a:gd name="T25" fmla="*/ 452973 h 290151"/>
              <a:gd name="T26" fmla="*/ 515039 w 290152"/>
              <a:gd name="T27" fmla="*/ 452973 h 290151"/>
              <a:gd name="T28" fmla="*/ 410709 w 290152"/>
              <a:gd name="T29" fmla="*/ 423919 h 290151"/>
              <a:gd name="T30" fmla="*/ 273366 w 290152"/>
              <a:gd name="T31" fmla="*/ 452973 h 290151"/>
              <a:gd name="T32" fmla="*/ 386279 w 290152"/>
              <a:gd name="T33" fmla="*/ 452973 h 290151"/>
              <a:gd name="T34" fmla="*/ 281291 w 290152"/>
              <a:gd name="T35" fmla="*/ 423919 h 290151"/>
              <a:gd name="T36" fmla="*/ 144608 w 290152"/>
              <a:gd name="T37" fmla="*/ 452973 h 290151"/>
              <a:gd name="T38" fmla="*/ 257518 w 290152"/>
              <a:gd name="T39" fmla="*/ 452973 h 290151"/>
              <a:gd name="T40" fmla="*/ 153189 w 290152"/>
              <a:gd name="T41" fmla="*/ 423919 h 290151"/>
              <a:gd name="T42" fmla="*/ 273366 w 290152"/>
              <a:gd name="T43" fmla="*/ 399487 h 290151"/>
              <a:gd name="T44" fmla="*/ 386279 w 290152"/>
              <a:gd name="T45" fmla="*/ 399487 h 290151"/>
              <a:gd name="T46" fmla="*/ 281291 w 290152"/>
              <a:gd name="T47" fmla="*/ 370433 h 290151"/>
              <a:gd name="T48" fmla="*/ 256857 w 290152"/>
              <a:gd name="T49" fmla="*/ 353927 h 290151"/>
              <a:gd name="T50" fmla="*/ 329494 w 290152"/>
              <a:gd name="T51" fmla="*/ 252240 h 290151"/>
              <a:gd name="T52" fmla="*/ 385618 w 290152"/>
              <a:gd name="T53" fmla="*/ 252240 h 290151"/>
              <a:gd name="T54" fmla="*/ 330456 w 290152"/>
              <a:gd name="T55" fmla="*/ 103897 h 290151"/>
              <a:gd name="T56" fmla="*/ 322415 w 290152"/>
              <a:gd name="T57" fmla="*/ 95852 h 290151"/>
              <a:gd name="T58" fmla="*/ 205878 w 290152"/>
              <a:gd name="T59" fmla="*/ 112613 h 290151"/>
              <a:gd name="T60" fmla="*/ 262545 w 290152"/>
              <a:gd name="T61" fmla="*/ 37762 h 290151"/>
              <a:gd name="T62" fmla="*/ 293675 w 290152"/>
              <a:gd name="T63" fmla="*/ 69854 h 290151"/>
              <a:gd name="T64" fmla="*/ 262545 w 290152"/>
              <a:gd name="T65" fmla="*/ 65923 h 290151"/>
              <a:gd name="T66" fmla="*/ 295622 w 290152"/>
              <a:gd name="T67" fmla="*/ 126835 h 290151"/>
              <a:gd name="T68" fmla="*/ 262545 w 290152"/>
              <a:gd name="T69" fmla="*/ 170719 h 290151"/>
              <a:gd name="T70" fmla="*/ 232059 w 290152"/>
              <a:gd name="T71" fmla="*/ 138625 h 290151"/>
              <a:gd name="T72" fmla="*/ 262545 w 290152"/>
              <a:gd name="T73" fmla="*/ 142555 h 290151"/>
              <a:gd name="T74" fmla="*/ 229465 w 290152"/>
              <a:gd name="T75" fmla="*/ 80985 h 290151"/>
              <a:gd name="T76" fmla="*/ 262545 w 290152"/>
              <a:gd name="T77" fmla="*/ 37762 h 290151"/>
              <a:gd name="T78" fmla="*/ 265444 w 290152"/>
              <a:gd name="T79" fmla="*/ 192810 h 290151"/>
              <a:gd name="T80" fmla="*/ 265444 w 290152"/>
              <a:gd name="T81" fmla="*/ 0 h 290151"/>
              <a:gd name="T82" fmla="*/ 273366 w 290152"/>
              <a:gd name="T83" fmla="*/ 262804 h 290151"/>
              <a:gd name="T84" fmla="*/ 402125 w 290152"/>
              <a:gd name="T85" fmla="*/ 244314 h 290151"/>
              <a:gd name="T86" fmla="*/ 273366 w 290152"/>
              <a:gd name="T87" fmla="*/ 355247 h 290151"/>
              <a:gd name="T88" fmla="*/ 402125 w 290152"/>
              <a:gd name="T89" fmla="*/ 377696 h 290151"/>
              <a:gd name="T90" fmla="*/ 410709 w 290152"/>
              <a:gd name="T91" fmla="*/ 407411 h 290151"/>
              <a:gd name="T92" fmla="*/ 530884 w 290152"/>
              <a:gd name="T93" fmla="*/ 452973 h 290151"/>
              <a:gd name="T94" fmla="*/ 530884 w 290152"/>
              <a:gd name="T95" fmla="*/ 506459 h 290151"/>
              <a:gd name="T96" fmla="*/ 394203 w 290152"/>
              <a:gd name="T97" fmla="*/ 524945 h 290151"/>
              <a:gd name="T98" fmla="*/ 265444 w 290152"/>
              <a:gd name="T99" fmla="*/ 524945 h 290151"/>
              <a:gd name="T100" fmla="*/ 137346 w 290152"/>
              <a:gd name="T101" fmla="*/ 524945 h 290151"/>
              <a:gd name="T102" fmla="*/ 0 w 290152"/>
              <a:gd name="T103" fmla="*/ 506459 h 290151"/>
              <a:gd name="T104" fmla="*/ 120832 w 290152"/>
              <a:gd name="T105" fmla="*/ 461556 h 290151"/>
              <a:gd name="T106" fmla="*/ 128761 w 290152"/>
              <a:gd name="T107" fmla="*/ 431843 h 290151"/>
              <a:gd name="T108" fmla="*/ 257518 w 290152"/>
              <a:gd name="T109" fmla="*/ 408733 h 290151"/>
              <a:gd name="T110" fmla="*/ 128761 w 290152"/>
              <a:gd name="T111" fmla="*/ 297802 h 290151"/>
              <a:gd name="T112" fmla="*/ 257518 w 290152"/>
              <a:gd name="T113" fmla="*/ 316951 h 290151"/>
              <a:gd name="T114" fmla="*/ 265444 w 290152"/>
              <a:gd name="T115" fmla="*/ 0 h 290151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290152" h="290151">
                <a:moveTo>
                  <a:pt x="224471" y="260920"/>
                </a:moveTo>
                <a:cubicBezTo>
                  <a:pt x="221945" y="260920"/>
                  <a:pt x="219780" y="262724"/>
                  <a:pt x="219780" y="265250"/>
                </a:cubicBezTo>
                <a:lnTo>
                  <a:pt x="219780" y="276799"/>
                </a:lnTo>
                <a:cubicBezTo>
                  <a:pt x="219780" y="279686"/>
                  <a:pt x="221945" y="281490"/>
                  <a:pt x="224471" y="281490"/>
                </a:cubicBezTo>
                <a:lnTo>
                  <a:pt x="277160" y="281490"/>
                </a:lnTo>
                <a:cubicBezTo>
                  <a:pt x="279326" y="281490"/>
                  <a:pt x="281491" y="279686"/>
                  <a:pt x="281491" y="276799"/>
                </a:cubicBezTo>
                <a:lnTo>
                  <a:pt x="281491" y="265250"/>
                </a:lnTo>
                <a:cubicBezTo>
                  <a:pt x="281491" y="262724"/>
                  <a:pt x="279326" y="260920"/>
                  <a:pt x="277160" y="260920"/>
                </a:cubicBezTo>
                <a:lnTo>
                  <a:pt x="224471" y="260920"/>
                </a:lnTo>
                <a:close/>
                <a:moveTo>
                  <a:pt x="153737" y="260920"/>
                </a:moveTo>
                <a:cubicBezTo>
                  <a:pt x="151572" y="260920"/>
                  <a:pt x="149406" y="262724"/>
                  <a:pt x="149406" y="265250"/>
                </a:cubicBezTo>
                <a:lnTo>
                  <a:pt x="149406" y="276799"/>
                </a:lnTo>
                <a:cubicBezTo>
                  <a:pt x="149406" y="279686"/>
                  <a:pt x="151572" y="281490"/>
                  <a:pt x="153737" y="281490"/>
                </a:cubicBezTo>
                <a:lnTo>
                  <a:pt x="206788" y="281490"/>
                </a:lnTo>
                <a:cubicBezTo>
                  <a:pt x="208953" y="281490"/>
                  <a:pt x="211118" y="279686"/>
                  <a:pt x="211118" y="276799"/>
                </a:cubicBezTo>
                <a:lnTo>
                  <a:pt x="211118" y="265250"/>
                </a:lnTo>
                <a:cubicBezTo>
                  <a:pt x="211118" y="262724"/>
                  <a:pt x="208953" y="260920"/>
                  <a:pt x="206788" y="260920"/>
                </a:cubicBezTo>
                <a:lnTo>
                  <a:pt x="153737" y="260920"/>
                </a:lnTo>
                <a:close/>
                <a:moveTo>
                  <a:pt x="83725" y="260920"/>
                </a:moveTo>
                <a:cubicBezTo>
                  <a:pt x="81199" y="260920"/>
                  <a:pt x="79034" y="262724"/>
                  <a:pt x="79034" y="265250"/>
                </a:cubicBezTo>
                <a:lnTo>
                  <a:pt x="79034" y="276799"/>
                </a:lnTo>
                <a:cubicBezTo>
                  <a:pt x="79034" y="279686"/>
                  <a:pt x="81199" y="281490"/>
                  <a:pt x="83725" y="281490"/>
                </a:cubicBezTo>
                <a:lnTo>
                  <a:pt x="136415" y="281490"/>
                </a:lnTo>
                <a:cubicBezTo>
                  <a:pt x="138580" y="281490"/>
                  <a:pt x="140745" y="279686"/>
                  <a:pt x="140745" y="276799"/>
                </a:cubicBezTo>
                <a:lnTo>
                  <a:pt x="140745" y="265250"/>
                </a:lnTo>
                <a:cubicBezTo>
                  <a:pt x="140745" y="262724"/>
                  <a:pt x="138580" y="260920"/>
                  <a:pt x="136415" y="260920"/>
                </a:cubicBezTo>
                <a:lnTo>
                  <a:pt x="83725" y="260920"/>
                </a:lnTo>
                <a:close/>
                <a:moveTo>
                  <a:pt x="13353" y="260920"/>
                </a:moveTo>
                <a:cubicBezTo>
                  <a:pt x="10826" y="260920"/>
                  <a:pt x="8661" y="262724"/>
                  <a:pt x="8661" y="265250"/>
                </a:cubicBezTo>
                <a:lnTo>
                  <a:pt x="8661" y="276799"/>
                </a:lnTo>
                <a:cubicBezTo>
                  <a:pt x="8661" y="279686"/>
                  <a:pt x="10826" y="281490"/>
                  <a:pt x="13353" y="281490"/>
                </a:cubicBezTo>
                <a:lnTo>
                  <a:pt x="66042" y="281490"/>
                </a:lnTo>
                <a:cubicBezTo>
                  <a:pt x="68568" y="281490"/>
                  <a:pt x="70372" y="279686"/>
                  <a:pt x="70372" y="276799"/>
                </a:cubicBezTo>
                <a:lnTo>
                  <a:pt x="70372" y="265250"/>
                </a:lnTo>
                <a:cubicBezTo>
                  <a:pt x="70372" y="262724"/>
                  <a:pt x="68568" y="260920"/>
                  <a:pt x="66042" y="260920"/>
                </a:cubicBezTo>
                <a:lnTo>
                  <a:pt x="13353" y="260920"/>
                </a:lnTo>
                <a:close/>
                <a:moveTo>
                  <a:pt x="224471" y="231688"/>
                </a:moveTo>
                <a:cubicBezTo>
                  <a:pt x="221945" y="231688"/>
                  <a:pt x="219780" y="233492"/>
                  <a:pt x="219780" y="236019"/>
                </a:cubicBezTo>
                <a:lnTo>
                  <a:pt x="219780" y="247567"/>
                </a:lnTo>
                <a:cubicBezTo>
                  <a:pt x="219780" y="250093"/>
                  <a:pt x="221945" y="252258"/>
                  <a:pt x="224471" y="252258"/>
                </a:cubicBezTo>
                <a:lnTo>
                  <a:pt x="277160" y="252258"/>
                </a:lnTo>
                <a:cubicBezTo>
                  <a:pt x="279326" y="252258"/>
                  <a:pt x="281491" y="250093"/>
                  <a:pt x="281491" y="247567"/>
                </a:cubicBezTo>
                <a:lnTo>
                  <a:pt x="281491" y="236019"/>
                </a:lnTo>
                <a:cubicBezTo>
                  <a:pt x="281491" y="233492"/>
                  <a:pt x="279326" y="231688"/>
                  <a:pt x="277160" y="231688"/>
                </a:cubicBezTo>
                <a:lnTo>
                  <a:pt x="224471" y="231688"/>
                </a:lnTo>
                <a:close/>
                <a:moveTo>
                  <a:pt x="153737" y="231688"/>
                </a:moveTo>
                <a:cubicBezTo>
                  <a:pt x="151572" y="231688"/>
                  <a:pt x="149406" y="233492"/>
                  <a:pt x="149406" y="236019"/>
                </a:cubicBezTo>
                <a:lnTo>
                  <a:pt x="149406" y="247567"/>
                </a:lnTo>
                <a:cubicBezTo>
                  <a:pt x="149406" y="250093"/>
                  <a:pt x="151572" y="252258"/>
                  <a:pt x="153737" y="252258"/>
                </a:cubicBezTo>
                <a:lnTo>
                  <a:pt x="206788" y="252258"/>
                </a:lnTo>
                <a:cubicBezTo>
                  <a:pt x="208953" y="252258"/>
                  <a:pt x="211118" y="250093"/>
                  <a:pt x="211118" y="247567"/>
                </a:cubicBezTo>
                <a:lnTo>
                  <a:pt x="211118" y="236019"/>
                </a:lnTo>
                <a:cubicBezTo>
                  <a:pt x="211118" y="233492"/>
                  <a:pt x="208953" y="231688"/>
                  <a:pt x="206788" y="231688"/>
                </a:cubicBezTo>
                <a:lnTo>
                  <a:pt x="153737" y="231688"/>
                </a:lnTo>
                <a:close/>
                <a:moveTo>
                  <a:pt x="83725" y="231688"/>
                </a:moveTo>
                <a:cubicBezTo>
                  <a:pt x="81199" y="231688"/>
                  <a:pt x="79034" y="233492"/>
                  <a:pt x="79034" y="236019"/>
                </a:cubicBezTo>
                <a:lnTo>
                  <a:pt x="79034" y="247567"/>
                </a:lnTo>
                <a:cubicBezTo>
                  <a:pt x="79034" y="250093"/>
                  <a:pt x="81199" y="252258"/>
                  <a:pt x="83725" y="252258"/>
                </a:cubicBezTo>
                <a:lnTo>
                  <a:pt x="136415" y="252258"/>
                </a:lnTo>
                <a:cubicBezTo>
                  <a:pt x="138580" y="252258"/>
                  <a:pt x="140745" y="250093"/>
                  <a:pt x="140745" y="247567"/>
                </a:cubicBezTo>
                <a:lnTo>
                  <a:pt x="140745" y="236019"/>
                </a:lnTo>
                <a:cubicBezTo>
                  <a:pt x="140745" y="233492"/>
                  <a:pt x="138580" y="231688"/>
                  <a:pt x="136415" y="231688"/>
                </a:cubicBezTo>
                <a:lnTo>
                  <a:pt x="83725" y="231688"/>
                </a:lnTo>
                <a:close/>
                <a:moveTo>
                  <a:pt x="153737" y="202456"/>
                </a:moveTo>
                <a:cubicBezTo>
                  <a:pt x="151572" y="202456"/>
                  <a:pt x="149406" y="204261"/>
                  <a:pt x="149406" y="206426"/>
                </a:cubicBezTo>
                <a:lnTo>
                  <a:pt x="149406" y="218335"/>
                </a:lnTo>
                <a:cubicBezTo>
                  <a:pt x="149406" y="220862"/>
                  <a:pt x="151572" y="222666"/>
                  <a:pt x="153737" y="222666"/>
                </a:cubicBezTo>
                <a:lnTo>
                  <a:pt x="206788" y="222666"/>
                </a:lnTo>
                <a:cubicBezTo>
                  <a:pt x="208953" y="222666"/>
                  <a:pt x="211118" y="220862"/>
                  <a:pt x="211118" y="218335"/>
                </a:cubicBezTo>
                <a:lnTo>
                  <a:pt x="211118" y="206426"/>
                </a:lnTo>
                <a:cubicBezTo>
                  <a:pt x="211118" y="204261"/>
                  <a:pt x="208953" y="202456"/>
                  <a:pt x="206788" y="202456"/>
                </a:cubicBezTo>
                <a:lnTo>
                  <a:pt x="153737" y="202456"/>
                </a:lnTo>
                <a:close/>
                <a:moveTo>
                  <a:pt x="79395" y="167090"/>
                </a:moveTo>
                <a:cubicBezTo>
                  <a:pt x="81560" y="181886"/>
                  <a:pt x="94552" y="193434"/>
                  <a:pt x="110070" y="193434"/>
                </a:cubicBezTo>
                <a:lnTo>
                  <a:pt x="140384" y="193434"/>
                </a:lnTo>
                <a:cubicBezTo>
                  <a:pt x="138219" y="178638"/>
                  <a:pt x="125588" y="167090"/>
                  <a:pt x="110070" y="167090"/>
                </a:cubicBezTo>
                <a:lnTo>
                  <a:pt x="79395" y="167090"/>
                </a:lnTo>
                <a:close/>
                <a:moveTo>
                  <a:pt x="180082" y="137858"/>
                </a:moveTo>
                <a:cubicBezTo>
                  <a:pt x="164564" y="137858"/>
                  <a:pt x="151933" y="149046"/>
                  <a:pt x="149767" y="164203"/>
                </a:cubicBezTo>
                <a:lnTo>
                  <a:pt x="180082" y="164203"/>
                </a:lnTo>
                <a:cubicBezTo>
                  <a:pt x="195600" y="164203"/>
                  <a:pt x="208592" y="152654"/>
                  <a:pt x="210757" y="137858"/>
                </a:cubicBezTo>
                <a:lnTo>
                  <a:pt x="180082" y="137858"/>
                </a:lnTo>
                <a:close/>
                <a:moveTo>
                  <a:pt x="176213" y="52387"/>
                </a:moveTo>
                <a:cubicBezTo>
                  <a:pt x="178411" y="52387"/>
                  <a:pt x="180609" y="54585"/>
                  <a:pt x="180609" y="56783"/>
                </a:cubicBezTo>
                <a:cubicBezTo>
                  <a:pt x="180609" y="59348"/>
                  <a:pt x="178411" y="61546"/>
                  <a:pt x="176213" y="61546"/>
                </a:cubicBezTo>
                <a:cubicBezTo>
                  <a:pt x="173648" y="61546"/>
                  <a:pt x="171450" y="59348"/>
                  <a:pt x="171450" y="56783"/>
                </a:cubicBezTo>
                <a:cubicBezTo>
                  <a:pt x="171450" y="54585"/>
                  <a:pt x="173648" y="52387"/>
                  <a:pt x="176213" y="52387"/>
                </a:cubicBezTo>
                <a:close/>
                <a:moveTo>
                  <a:pt x="112522" y="52387"/>
                </a:moveTo>
                <a:cubicBezTo>
                  <a:pt x="115189" y="52387"/>
                  <a:pt x="117094" y="54585"/>
                  <a:pt x="117094" y="56783"/>
                </a:cubicBezTo>
                <a:cubicBezTo>
                  <a:pt x="117094" y="59348"/>
                  <a:pt x="115189" y="61546"/>
                  <a:pt x="112522" y="61546"/>
                </a:cubicBezTo>
                <a:cubicBezTo>
                  <a:pt x="109855" y="61546"/>
                  <a:pt x="107950" y="59348"/>
                  <a:pt x="107950" y="56783"/>
                </a:cubicBezTo>
                <a:cubicBezTo>
                  <a:pt x="107950" y="54585"/>
                  <a:pt x="109855" y="52387"/>
                  <a:pt x="112522" y="52387"/>
                </a:cubicBezTo>
                <a:close/>
                <a:moveTo>
                  <a:pt x="143492" y="20637"/>
                </a:moveTo>
                <a:cubicBezTo>
                  <a:pt x="145973" y="20637"/>
                  <a:pt x="147745" y="22427"/>
                  <a:pt x="147745" y="24932"/>
                </a:cubicBezTo>
                <a:lnTo>
                  <a:pt x="147745" y="27796"/>
                </a:lnTo>
                <a:cubicBezTo>
                  <a:pt x="153417" y="29228"/>
                  <a:pt x="158025" y="32808"/>
                  <a:pt x="160507" y="38177"/>
                </a:cubicBezTo>
                <a:cubicBezTo>
                  <a:pt x="161216" y="40325"/>
                  <a:pt x="160152" y="43189"/>
                  <a:pt x="158025" y="43905"/>
                </a:cubicBezTo>
                <a:cubicBezTo>
                  <a:pt x="155544" y="44979"/>
                  <a:pt x="153417" y="43905"/>
                  <a:pt x="152354" y="41757"/>
                </a:cubicBezTo>
                <a:cubicBezTo>
                  <a:pt x="150936" y="38535"/>
                  <a:pt x="147391" y="36029"/>
                  <a:pt x="143492" y="36029"/>
                </a:cubicBezTo>
                <a:cubicBezTo>
                  <a:pt x="138529" y="36029"/>
                  <a:pt x="133920" y="39967"/>
                  <a:pt x="133920" y="44263"/>
                </a:cubicBezTo>
                <a:cubicBezTo>
                  <a:pt x="133920" y="49990"/>
                  <a:pt x="137111" y="52496"/>
                  <a:pt x="143492" y="52496"/>
                </a:cubicBezTo>
                <a:cubicBezTo>
                  <a:pt x="154481" y="52496"/>
                  <a:pt x="161570" y="59297"/>
                  <a:pt x="161570" y="69320"/>
                </a:cubicBezTo>
                <a:cubicBezTo>
                  <a:pt x="161570" y="77196"/>
                  <a:pt x="155544" y="83997"/>
                  <a:pt x="147745" y="85787"/>
                </a:cubicBezTo>
                <a:lnTo>
                  <a:pt x="147745" y="89009"/>
                </a:lnTo>
                <a:cubicBezTo>
                  <a:pt x="147745" y="91514"/>
                  <a:pt x="145973" y="93304"/>
                  <a:pt x="143492" y="93304"/>
                </a:cubicBezTo>
                <a:cubicBezTo>
                  <a:pt x="141010" y="93304"/>
                  <a:pt x="139238" y="91514"/>
                  <a:pt x="139238" y="89009"/>
                </a:cubicBezTo>
                <a:lnTo>
                  <a:pt x="139238" y="85787"/>
                </a:lnTo>
                <a:cubicBezTo>
                  <a:pt x="133566" y="84355"/>
                  <a:pt x="128958" y="80775"/>
                  <a:pt x="126831" y="75764"/>
                </a:cubicBezTo>
                <a:cubicBezTo>
                  <a:pt x="126122" y="73258"/>
                  <a:pt x="126831" y="70752"/>
                  <a:pt x="128958" y="70036"/>
                </a:cubicBezTo>
                <a:cubicBezTo>
                  <a:pt x="131439" y="68962"/>
                  <a:pt x="133920" y="70036"/>
                  <a:pt x="134629" y="72184"/>
                </a:cubicBezTo>
                <a:cubicBezTo>
                  <a:pt x="136047" y="75406"/>
                  <a:pt x="139592" y="77912"/>
                  <a:pt x="143492" y="77912"/>
                </a:cubicBezTo>
                <a:cubicBezTo>
                  <a:pt x="148454" y="77912"/>
                  <a:pt x="153063" y="73974"/>
                  <a:pt x="153063" y="69320"/>
                </a:cubicBezTo>
                <a:cubicBezTo>
                  <a:pt x="153063" y="63951"/>
                  <a:pt x="149872" y="61445"/>
                  <a:pt x="143492" y="61445"/>
                </a:cubicBezTo>
                <a:cubicBezTo>
                  <a:pt x="130376" y="61445"/>
                  <a:pt x="125413" y="52496"/>
                  <a:pt x="125413" y="44263"/>
                </a:cubicBezTo>
                <a:cubicBezTo>
                  <a:pt x="125413" y="36387"/>
                  <a:pt x="131439" y="29586"/>
                  <a:pt x="139238" y="28154"/>
                </a:cubicBezTo>
                <a:lnTo>
                  <a:pt x="139238" y="24932"/>
                </a:lnTo>
                <a:cubicBezTo>
                  <a:pt x="139238" y="22427"/>
                  <a:pt x="141010" y="20637"/>
                  <a:pt x="143492" y="20637"/>
                </a:cubicBezTo>
                <a:close/>
                <a:moveTo>
                  <a:pt x="145076" y="8661"/>
                </a:moveTo>
                <a:cubicBezTo>
                  <a:pt x="118731" y="8661"/>
                  <a:pt x="96717" y="30314"/>
                  <a:pt x="96717" y="57020"/>
                </a:cubicBezTo>
                <a:cubicBezTo>
                  <a:pt x="96717" y="83725"/>
                  <a:pt x="118731" y="105378"/>
                  <a:pt x="145076" y="105378"/>
                </a:cubicBezTo>
                <a:cubicBezTo>
                  <a:pt x="171782" y="105378"/>
                  <a:pt x="193435" y="83725"/>
                  <a:pt x="193435" y="57020"/>
                </a:cubicBezTo>
                <a:cubicBezTo>
                  <a:pt x="193435" y="30314"/>
                  <a:pt x="171782" y="8661"/>
                  <a:pt x="145076" y="8661"/>
                </a:cubicBezTo>
                <a:close/>
                <a:moveTo>
                  <a:pt x="145076" y="0"/>
                </a:moveTo>
                <a:cubicBezTo>
                  <a:pt x="176473" y="0"/>
                  <a:pt x="202457" y="25623"/>
                  <a:pt x="202457" y="57020"/>
                </a:cubicBezTo>
                <a:cubicBezTo>
                  <a:pt x="202457" y="87334"/>
                  <a:pt x="179000" y="111874"/>
                  <a:pt x="149406" y="114040"/>
                </a:cubicBezTo>
                <a:lnTo>
                  <a:pt x="149406" y="143632"/>
                </a:lnTo>
                <a:cubicBezTo>
                  <a:pt x="156624" y="134610"/>
                  <a:pt x="167812" y="128836"/>
                  <a:pt x="180082" y="128836"/>
                </a:cubicBezTo>
                <a:lnTo>
                  <a:pt x="215449" y="128836"/>
                </a:lnTo>
                <a:cubicBezTo>
                  <a:pt x="217975" y="128836"/>
                  <a:pt x="219780" y="131001"/>
                  <a:pt x="219780" y="133527"/>
                </a:cubicBezTo>
                <a:cubicBezTo>
                  <a:pt x="219780" y="155181"/>
                  <a:pt x="202096" y="172864"/>
                  <a:pt x="180082" y="172864"/>
                </a:cubicBezTo>
                <a:lnTo>
                  <a:pt x="149406" y="172864"/>
                </a:lnTo>
                <a:lnTo>
                  <a:pt x="149406" y="194156"/>
                </a:lnTo>
                <a:cubicBezTo>
                  <a:pt x="150850" y="193795"/>
                  <a:pt x="152294" y="193434"/>
                  <a:pt x="153737" y="193434"/>
                </a:cubicBezTo>
                <a:lnTo>
                  <a:pt x="206788" y="193434"/>
                </a:lnTo>
                <a:cubicBezTo>
                  <a:pt x="214005" y="193434"/>
                  <a:pt x="219780" y="199569"/>
                  <a:pt x="219780" y="206426"/>
                </a:cubicBezTo>
                <a:lnTo>
                  <a:pt x="219780" y="218335"/>
                </a:lnTo>
                <a:cubicBezTo>
                  <a:pt x="219780" y="220501"/>
                  <a:pt x="219419" y="222305"/>
                  <a:pt x="218697" y="224109"/>
                </a:cubicBezTo>
                <a:cubicBezTo>
                  <a:pt x="220141" y="223388"/>
                  <a:pt x="222306" y="222666"/>
                  <a:pt x="224471" y="222666"/>
                </a:cubicBezTo>
                <a:lnTo>
                  <a:pt x="277160" y="222666"/>
                </a:lnTo>
                <a:cubicBezTo>
                  <a:pt x="284378" y="222666"/>
                  <a:pt x="290152" y="228801"/>
                  <a:pt x="290152" y="236019"/>
                </a:cubicBezTo>
                <a:lnTo>
                  <a:pt x="290152" y="247567"/>
                </a:lnTo>
                <a:cubicBezTo>
                  <a:pt x="290152" y="251176"/>
                  <a:pt x="289070" y="254063"/>
                  <a:pt x="286904" y="256228"/>
                </a:cubicBezTo>
                <a:cubicBezTo>
                  <a:pt x="289070" y="258754"/>
                  <a:pt x="290152" y="262002"/>
                  <a:pt x="290152" y="265250"/>
                </a:cubicBezTo>
                <a:lnTo>
                  <a:pt x="290152" y="276799"/>
                </a:lnTo>
                <a:cubicBezTo>
                  <a:pt x="290152" y="284016"/>
                  <a:pt x="284378" y="290151"/>
                  <a:pt x="277160" y="290151"/>
                </a:cubicBezTo>
                <a:lnTo>
                  <a:pt x="224471" y="290151"/>
                </a:lnTo>
                <a:cubicBezTo>
                  <a:pt x="220862" y="290151"/>
                  <a:pt x="217614" y="288708"/>
                  <a:pt x="215449" y="286903"/>
                </a:cubicBezTo>
                <a:cubicBezTo>
                  <a:pt x="212923" y="288708"/>
                  <a:pt x="210036" y="290151"/>
                  <a:pt x="206788" y="290151"/>
                </a:cubicBezTo>
                <a:lnTo>
                  <a:pt x="153737" y="290151"/>
                </a:lnTo>
                <a:cubicBezTo>
                  <a:pt x="150489" y="290151"/>
                  <a:pt x="147602" y="288708"/>
                  <a:pt x="145076" y="286903"/>
                </a:cubicBezTo>
                <a:cubicBezTo>
                  <a:pt x="142550" y="288708"/>
                  <a:pt x="139663" y="290151"/>
                  <a:pt x="136415" y="290151"/>
                </a:cubicBezTo>
                <a:lnTo>
                  <a:pt x="83725" y="290151"/>
                </a:lnTo>
                <a:cubicBezTo>
                  <a:pt x="80116" y="290151"/>
                  <a:pt x="77229" y="288708"/>
                  <a:pt x="75064" y="286903"/>
                </a:cubicBezTo>
                <a:cubicBezTo>
                  <a:pt x="72538" y="288708"/>
                  <a:pt x="69290" y="290151"/>
                  <a:pt x="66042" y="290151"/>
                </a:cubicBezTo>
                <a:lnTo>
                  <a:pt x="13353" y="290151"/>
                </a:lnTo>
                <a:cubicBezTo>
                  <a:pt x="6135" y="290151"/>
                  <a:pt x="0" y="284016"/>
                  <a:pt x="0" y="276799"/>
                </a:cubicBezTo>
                <a:lnTo>
                  <a:pt x="0" y="265250"/>
                </a:lnTo>
                <a:cubicBezTo>
                  <a:pt x="0" y="258033"/>
                  <a:pt x="6135" y="252258"/>
                  <a:pt x="13353" y="252258"/>
                </a:cubicBezTo>
                <a:lnTo>
                  <a:pt x="66042" y="252258"/>
                </a:lnTo>
                <a:cubicBezTo>
                  <a:pt x="68207" y="252258"/>
                  <a:pt x="70012" y="252619"/>
                  <a:pt x="71816" y="253341"/>
                </a:cubicBezTo>
                <a:cubicBezTo>
                  <a:pt x="70733" y="251537"/>
                  <a:pt x="70372" y="249732"/>
                  <a:pt x="70372" y="247567"/>
                </a:cubicBezTo>
                <a:lnTo>
                  <a:pt x="70372" y="236019"/>
                </a:lnTo>
                <a:cubicBezTo>
                  <a:pt x="70372" y="228801"/>
                  <a:pt x="76508" y="222666"/>
                  <a:pt x="83725" y="222666"/>
                </a:cubicBezTo>
                <a:lnTo>
                  <a:pt x="136415" y="222666"/>
                </a:lnTo>
                <a:cubicBezTo>
                  <a:pt x="137858" y="222666"/>
                  <a:pt x="139302" y="223027"/>
                  <a:pt x="140745" y="223388"/>
                </a:cubicBezTo>
                <a:lnTo>
                  <a:pt x="140745" y="202456"/>
                </a:lnTo>
                <a:lnTo>
                  <a:pt x="110070" y="202456"/>
                </a:lnTo>
                <a:cubicBezTo>
                  <a:pt x="88056" y="202456"/>
                  <a:pt x="70372" y="184412"/>
                  <a:pt x="70372" y="162759"/>
                </a:cubicBezTo>
                <a:cubicBezTo>
                  <a:pt x="70372" y="160233"/>
                  <a:pt x="72177" y="158068"/>
                  <a:pt x="75064" y="158068"/>
                </a:cubicBezTo>
                <a:lnTo>
                  <a:pt x="110070" y="158068"/>
                </a:lnTo>
                <a:cubicBezTo>
                  <a:pt x="122340" y="158068"/>
                  <a:pt x="133527" y="163842"/>
                  <a:pt x="140745" y="173225"/>
                </a:cubicBezTo>
                <a:lnTo>
                  <a:pt x="140745" y="114040"/>
                </a:lnTo>
                <a:cubicBezTo>
                  <a:pt x="111513" y="111874"/>
                  <a:pt x="88056" y="87334"/>
                  <a:pt x="88056" y="57020"/>
                </a:cubicBezTo>
                <a:cubicBezTo>
                  <a:pt x="88056" y="25623"/>
                  <a:pt x="113679" y="0"/>
                  <a:pt x="14507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6" name="Freeform 975">
            <a:extLst>
              <a:ext uri="{FF2B5EF4-FFF2-40B4-BE49-F238E27FC236}">
                <a16:creationId xmlns:a16="http://schemas.microsoft.com/office/drawing/2014/main" id="{52D763B9-CE29-5442-8376-B6027A1815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62603" y="7191793"/>
            <a:ext cx="888603" cy="888603"/>
          </a:xfrm>
          <a:custGeom>
            <a:avLst/>
            <a:gdLst>
              <a:gd name="T0" fmla="*/ 353924 w 290152"/>
              <a:gd name="T1" fmla="*/ 466839 h 290152"/>
              <a:gd name="T2" fmla="*/ 40274 w 290152"/>
              <a:gd name="T3" fmla="*/ 450333 h 290152"/>
              <a:gd name="T4" fmla="*/ 15849 w 290152"/>
              <a:gd name="T5" fmla="*/ 402130 h 290152"/>
              <a:gd name="T6" fmla="*/ 103005 w 290152"/>
              <a:gd name="T7" fmla="*/ 331478 h 290152"/>
              <a:gd name="T8" fmla="*/ 452452 w 290152"/>
              <a:gd name="T9" fmla="*/ 318842 h 290152"/>
              <a:gd name="T10" fmla="*/ 368865 w 290152"/>
              <a:gd name="T11" fmla="*/ 310798 h 290152"/>
              <a:gd name="T12" fmla="*/ 210638 w 290152"/>
              <a:gd name="T13" fmla="*/ 267428 h 290152"/>
              <a:gd name="T14" fmla="*/ 484408 w 290152"/>
              <a:gd name="T15" fmla="*/ 263974 h 290152"/>
              <a:gd name="T16" fmla="*/ 368810 w 290152"/>
              <a:gd name="T17" fmla="*/ 255609 h 290152"/>
              <a:gd name="T18" fmla="*/ 103005 w 290152"/>
              <a:gd name="T19" fmla="*/ 258841 h 290152"/>
              <a:gd name="T20" fmla="*/ 317607 w 290152"/>
              <a:gd name="T21" fmla="*/ 386283 h 290152"/>
              <a:gd name="T22" fmla="*/ 178282 w 290152"/>
              <a:gd name="T23" fmla="*/ 190169 h 290152"/>
              <a:gd name="T24" fmla="*/ 48649 w 290152"/>
              <a:gd name="T25" fmla="*/ 159757 h 290152"/>
              <a:gd name="T26" fmla="*/ 48649 w 290152"/>
              <a:gd name="T27" fmla="*/ 176487 h 290152"/>
              <a:gd name="T28" fmla="*/ 285250 w 290152"/>
              <a:gd name="T29" fmla="*/ 139987 h 290152"/>
              <a:gd name="T30" fmla="*/ 103837 w 290152"/>
              <a:gd name="T31" fmla="*/ 107471 h 290152"/>
              <a:gd name="T32" fmla="*/ 103837 w 290152"/>
              <a:gd name="T33" fmla="*/ 124205 h 290152"/>
              <a:gd name="T34" fmla="*/ 58313 w 290152"/>
              <a:gd name="T35" fmla="*/ 107471 h 290152"/>
              <a:gd name="T36" fmla="*/ 40668 w 290152"/>
              <a:gd name="T37" fmla="*/ 115838 h 290152"/>
              <a:gd name="T38" fmla="*/ 333373 w 290152"/>
              <a:gd name="T39" fmla="*/ 62859 h 290152"/>
              <a:gd name="T40" fmla="*/ 208317 w 290152"/>
              <a:gd name="T41" fmla="*/ 55193 h 290152"/>
              <a:gd name="T42" fmla="*/ 162909 w 290152"/>
              <a:gd name="T43" fmla="*/ 71919 h 290152"/>
              <a:gd name="T44" fmla="*/ 48506 w 290152"/>
              <a:gd name="T45" fmla="*/ 55193 h 290152"/>
              <a:gd name="T46" fmla="*/ 48506 w 290152"/>
              <a:gd name="T47" fmla="*/ 71919 h 290152"/>
              <a:gd name="T48" fmla="*/ 429484 w 290152"/>
              <a:gd name="T49" fmla="*/ 60187 h 290152"/>
              <a:gd name="T50" fmla="*/ 446112 w 290152"/>
              <a:gd name="T51" fmla="*/ 101026 h 290152"/>
              <a:gd name="T52" fmla="*/ 464075 w 290152"/>
              <a:gd name="T53" fmla="*/ 172164 h 290152"/>
              <a:gd name="T54" fmla="*/ 412854 w 290152"/>
              <a:gd name="T55" fmla="*/ 220905 h 290152"/>
              <a:gd name="T56" fmla="*/ 395561 w 290152"/>
              <a:gd name="T57" fmla="*/ 180726 h 290152"/>
              <a:gd name="T58" fmla="*/ 377600 w 290152"/>
              <a:gd name="T59" fmla="*/ 108928 h 290152"/>
              <a:gd name="T60" fmla="*/ 40274 w 290152"/>
              <a:gd name="T61" fmla="*/ 15849 h 290152"/>
              <a:gd name="T62" fmla="*/ 87156 w 290152"/>
              <a:gd name="T63" fmla="*/ 226488 h 290152"/>
              <a:gd name="T64" fmla="*/ 194126 w 290152"/>
              <a:gd name="T65" fmla="*/ 157815 h 290152"/>
              <a:gd name="T66" fmla="*/ 301760 w 290152"/>
              <a:gd name="T67" fmla="*/ 107629 h 290152"/>
              <a:gd name="T68" fmla="*/ 226485 w 290152"/>
              <a:gd name="T69" fmla="*/ 184227 h 290152"/>
              <a:gd name="T70" fmla="*/ 117532 w 290152"/>
              <a:gd name="T71" fmla="*/ 248936 h 290152"/>
              <a:gd name="T72" fmla="*/ 15849 w 290152"/>
              <a:gd name="T73" fmla="*/ 281292 h 290152"/>
              <a:gd name="T74" fmla="*/ 62731 w 290152"/>
              <a:gd name="T75" fmla="*/ 315631 h 290152"/>
              <a:gd name="T76" fmla="*/ 162437 w 290152"/>
              <a:gd name="T77" fmla="*/ 386283 h 290152"/>
              <a:gd name="T78" fmla="*/ 226485 w 290152"/>
              <a:gd name="T79" fmla="*/ 258841 h 290152"/>
              <a:gd name="T80" fmla="*/ 277989 w 290152"/>
              <a:gd name="T81" fmla="*/ 204037 h 290152"/>
              <a:gd name="T82" fmla="*/ 515039 w 290152"/>
              <a:gd name="T83" fmla="*/ 386283 h 290152"/>
              <a:gd name="T84" fmla="*/ 40274 w 290152"/>
              <a:gd name="T85" fmla="*/ 0 h 290152"/>
              <a:gd name="T86" fmla="*/ 530884 w 290152"/>
              <a:gd name="T87" fmla="*/ 425901 h 290152"/>
              <a:gd name="T88" fmla="*/ 426557 w 290152"/>
              <a:gd name="T89" fmla="*/ 515044 h 290152"/>
              <a:gd name="T90" fmla="*/ 97063 w 290152"/>
              <a:gd name="T91" fmla="*/ 522968 h 290152"/>
              <a:gd name="T92" fmla="*/ 40274 w 290152"/>
              <a:gd name="T93" fmla="*/ 466839 h 290152"/>
              <a:gd name="T94" fmla="*/ 40274 w 290152"/>
              <a:gd name="T95" fmla="*/ 0 h 290152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90152" h="290152">
                <a:moveTo>
                  <a:pt x="96717" y="255146"/>
                </a:moveTo>
                <a:lnTo>
                  <a:pt x="96717" y="281491"/>
                </a:lnTo>
                <a:lnTo>
                  <a:pt x="193435" y="281491"/>
                </a:lnTo>
                <a:lnTo>
                  <a:pt x="193435" y="255146"/>
                </a:lnTo>
                <a:lnTo>
                  <a:pt x="96717" y="255146"/>
                </a:lnTo>
                <a:close/>
                <a:moveTo>
                  <a:pt x="8661" y="219780"/>
                </a:moveTo>
                <a:lnTo>
                  <a:pt x="8661" y="232771"/>
                </a:lnTo>
                <a:cubicBezTo>
                  <a:pt x="8661" y="240350"/>
                  <a:pt x="14796" y="246124"/>
                  <a:pt x="22014" y="246124"/>
                </a:cubicBezTo>
                <a:lnTo>
                  <a:pt x="268138" y="246124"/>
                </a:lnTo>
                <a:cubicBezTo>
                  <a:pt x="275717" y="246124"/>
                  <a:pt x="281491" y="240350"/>
                  <a:pt x="281491" y="232771"/>
                </a:cubicBezTo>
                <a:lnTo>
                  <a:pt x="281491" y="219780"/>
                </a:lnTo>
                <a:lnTo>
                  <a:pt x="8661" y="219780"/>
                </a:lnTo>
                <a:close/>
                <a:moveTo>
                  <a:pt x="38975" y="181165"/>
                </a:moveTo>
                <a:lnTo>
                  <a:pt x="38975" y="211118"/>
                </a:lnTo>
                <a:lnTo>
                  <a:pt x="56298" y="211118"/>
                </a:lnTo>
                <a:lnTo>
                  <a:pt x="56298" y="181165"/>
                </a:lnTo>
                <a:lnTo>
                  <a:pt x="38975" y="181165"/>
                </a:lnTo>
                <a:close/>
                <a:moveTo>
                  <a:pt x="201601" y="169863"/>
                </a:moveTo>
                <a:lnTo>
                  <a:pt x="243265" y="169863"/>
                </a:lnTo>
                <a:cubicBezTo>
                  <a:pt x="245457" y="169863"/>
                  <a:pt x="247285" y="172061"/>
                  <a:pt x="247285" y="174259"/>
                </a:cubicBezTo>
                <a:cubicBezTo>
                  <a:pt x="247285" y="176824"/>
                  <a:pt x="245457" y="179022"/>
                  <a:pt x="243265" y="179022"/>
                </a:cubicBezTo>
                <a:lnTo>
                  <a:pt x="201601" y="179022"/>
                </a:lnTo>
                <a:cubicBezTo>
                  <a:pt x="199043" y="179022"/>
                  <a:pt x="196850" y="176824"/>
                  <a:pt x="196850" y="174259"/>
                </a:cubicBezTo>
                <a:cubicBezTo>
                  <a:pt x="196850" y="172061"/>
                  <a:pt x="199043" y="169863"/>
                  <a:pt x="201601" y="169863"/>
                </a:cubicBezTo>
                <a:close/>
                <a:moveTo>
                  <a:pt x="97439" y="146159"/>
                </a:moveTo>
                <a:lnTo>
                  <a:pt x="97439" y="211118"/>
                </a:lnTo>
                <a:lnTo>
                  <a:pt x="115122" y="211118"/>
                </a:lnTo>
                <a:lnTo>
                  <a:pt x="115122" y="146159"/>
                </a:lnTo>
                <a:lnTo>
                  <a:pt x="97439" y="146159"/>
                </a:lnTo>
                <a:close/>
                <a:moveTo>
                  <a:pt x="201571" y="139700"/>
                </a:moveTo>
                <a:lnTo>
                  <a:pt x="260393" y="139700"/>
                </a:lnTo>
                <a:cubicBezTo>
                  <a:pt x="262935" y="139700"/>
                  <a:pt x="264750" y="141605"/>
                  <a:pt x="264750" y="144272"/>
                </a:cubicBezTo>
                <a:cubicBezTo>
                  <a:pt x="264750" y="146939"/>
                  <a:pt x="262935" y="148844"/>
                  <a:pt x="260393" y="148844"/>
                </a:cubicBezTo>
                <a:lnTo>
                  <a:pt x="201571" y="148844"/>
                </a:lnTo>
                <a:cubicBezTo>
                  <a:pt x="199029" y="148844"/>
                  <a:pt x="196850" y="146939"/>
                  <a:pt x="196850" y="144272"/>
                </a:cubicBezTo>
                <a:cubicBezTo>
                  <a:pt x="196850" y="141605"/>
                  <a:pt x="199029" y="139700"/>
                  <a:pt x="201571" y="139700"/>
                </a:cubicBezTo>
                <a:close/>
                <a:moveTo>
                  <a:pt x="47637" y="132445"/>
                </a:moveTo>
                <a:cubicBezTo>
                  <a:pt x="42945" y="132445"/>
                  <a:pt x="38975" y="136415"/>
                  <a:pt x="38975" y="141467"/>
                </a:cubicBezTo>
                <a:cubicBezTo>
                  <a:pt x="38975" y="146159"/>
                  <a:pt x="42945" y="150128"/>
                  <a:pt x="47637" y="150128"/>
                </a:cubicBezTo>
                <a:cubicBezTo>
                  <a:pt x="52689" y="150128"/>
                  <a:pt x="56298" y="146159"/>
                  <a:pt x="56298" y="141467"/>
                </a:cubicBezTo>
                <a:cubicBezTo>
                  <a:pt x="56298" y="136415"/>
                  <a:pt x="52689" y="132445"/>
                  <a:pt x="47637" y="132445"/>
                </a:cubicBezTo>
                <a:close/>
                <a:moveTo>
                  <a:pt x="155902" y="120175"/>
                </a:moveTo>
                <a:lnTo>
                  <a:pt x="155902" y="211118"/>
                </a:lnTo>
                <a:lnTo>
                  <a:pt x="173586" y="211118"/>
                </a:lnTo>
                <a:lnTo>
                  <a:pt x="173586" y="120175"/>
                </a:lnTo>
                <a:lnTo>
                  <a:pt x="155902" y="120175"/>
                </a:lnTo>
                <a:close/>
                <a:moveTo>
                  <a:pt x="106100" y="94913"/>
                </a:moveTo>
                <a:cubicBezTo>
                  <a:pt x="101409" y="94913"/>
                  <a:pt x="97439" y="98883"/>
                  <a:pt x="97439" y="103935"/>
                </a:cubicBezTo>
                <a:cubicBezTo>
                  <a:pt x="97439" y="108626"/>
                  <a:pt x="101409" y="112596"/>
                  <a:pt x="106100" y="112596"/>
                </a:cubicBezTo>
                <a:cubicBezTo>
                  <a:pt x="111153" y="112596"/>
                  <a:pt x="115122" y="108626"/>
                  <a:pt x="115122" y="103935"/>
                </a:cubicBezTo>
                <a:cubicBezTo>
                  <a:pt x="115122" y="98883"/>
                  <a:pt x="111153" y="94913"/>
                  <a:pt x="106100" y="94913"/>
                </a:cubicBezTo>
                <a:close/>
                <a:moveTo>
                  <a:pt x="26590" y="87313"/>
                </a:moveTo>
                <a:lnTo>
                  <a:pt x="69519" y="87313"/>
                </a:lnTo>
                <a:cubicBezTo>
                  <a:pt x="72066" y="87313"/>
                  <a:pt x="74249" y="89218"/>
                  <a:pt x="74249" y="91885"/>
                </a:cubicBezTo>
                <a:cubicBezTo>
                  <a:pt x="74249" y="94552"/>
                  <a:pt x="72066" y="96457"/>
                  <a:pt x="69519" y="96457"/>
                </a:cubicBezTo>
                <a:lnTo>
                  <a:pt x="26590" y="96457"/>
                </a:lnTo>
                <a:cubicBezTo>
                  <a:pt x="24408" y="96457"/>
                  <a:pt x="22225" y="94552"/>
                  <a:pt x="22225" y="91885"/>
                </a:cubicBezTo>
                <a:cubicBezTo>
                  <a:pt x="22225" y="89218"/>
                  <a:pt x="24408" y="87313"/>
                  <a:pt x="26590" y="87313"/>
                </a:cubicBezTo>
                <a:close/>
                <a:moveTo>
                  <a:pt x="164925" y="67846"/>
                </a:moveTo>
                <a:cubicBezTo>
                  <a:pt x="160233" y="67846"/>
                  <a:pt x="155902" y="71455"/>
                  <a:pt x="155902" y="76508"/>
                </a:cubicBezTo>
                <a:cubicBezTo>
                  <a:pt x="155902" y="81560"/>
                  <a:pt x="160233" y="85530"/>
                  <a:pt x="164925" y="85530"/>
                </a:cubicBezTo>
                <a:cubicBezTo>
                  <a:pt x="169977" y="85530"/>
                  <a:pt x="173586" y="81560"/>
                  <a:pt x="173586" y="76508"/>
                </a:cubicBezTo>
                <a:cubicBezTo>
                  <a:pt x="173586" y="71455"/>
                  <a:pt x="169977" y="67846"/>
                  <a:pt x="164925" y="67846"/>
                </a:cubicBezTo>
                <a:close/>
                <a:moveTo>
                  <a:pt x="56750" y="58738"/>
                </a:moveTo>
                <a:lnTo>
                  <a:pt x="125813" y="58738"/>
                </a:lnTo>
                <a:cubicBezTo>
                  <a:pt x="127994" y="58738"/>
                  <a:pt x="129811" y="60643"/>
                  <a:pt x="129811" y="63310"/>
                </a:cubicBezTo>
                <a:cubicBezTo>
                  <a:pt x="129811" y="65977"/>
                  <a:pt x="127994" y="67882"/>
                  <a:pt x="125813" y="67882"/>
                </a:cubicBezTo>
                <a:lnTo>
                  <a:pt x="56750" y="67882"/>
                </a:lnTo>
                <a:cubicBezTo>
                  <a:pt x="54569" y="67882"/>
                  <a:pt x="52388" y="65977"/>
                  <a:pt x="52388" y="63310"/>
                </a:cubicBezTo>
                <a:cubicBezTo>
                  <a:pt x="52388" y="60643"/>
                  <a:pt x="54569" y="58738"/>
                  <a:pt x="56750" y="58738"/>
                </a:cubicBezTo>
                <a:close/>
                <a:moveTo>
                  <a:pt x="26511" y="58738"/>
                </a:moveTo>
                <a:lnTo>
                  <a:pt x="31869" y="58738"/>
                </a:lnTo>
                <a:cubicBezTo>
                  <a:pt x="34370" y="58738"/>
                  <a:pt x="36156" y="60643"/>
                  <a:pt x="36156" y="63310"/>
                </a:cubicBezTo>
                <a:cubicBezTo>
                  <a:pt x="36156" y="65977"/>
                  <a:pt x="34370" y="67882"/>
                  <a:pt x="31869" y="67882"/>
                </a:cubicBezTo>
                <a:lnTo>
                  <a:pt x="26511" y="67882"/>
                </a:lnTo>
                <a:cubicBezTo>
                  <a:pt x="24368" y="67882"/>
                  <a:pt x="22225" y="65977"/>
                  <a:pt x="22225" y="63310"/>
                </a:cubicBezTo>
                <a:cubicBezTo>
                  <a:pt x="22225" y="60643"/>
                  <a:pt x="24368" y="58738"/>
                  <a:pt x="26511" y="58738"/>
                </a:cubicBezTo>
                <a:close/>
                <a:moveTo>
                  <a:pt x="113854" y="30163"/>
                </a:moveTo>
                <a:lnTo>
                  <a:pt x="177886" y="30163"/>
                </a:lnTo>
                <a:cubicBezTo>
                  <a:pt x="180404" y="30163"/>
                  <a:pt x="182203" y="32068"/>
                  <a:pt x="182203" y="34354"/>
                </a:cubicBezTo>
                <a:cubicBezTo>
                  <a:pt x="182203" y="37021"/>
                  <a:pt x="180404" y="39307"/>
                  <a:pt x="177886" y="39307"/>
                </a:cubicBezTo>
                <a:lnTo>
                  <a:pt x="113854" y="39307"/>
                </a:lnTo>
                <a:cubicBezTo>
                  <a:pt x="111336" y="39307"/>
                  <a:pt x="109538" y="37021"/>
                  <a:pt x="109538" y="34354"/>
                </a:cubicBezTo>
                <a:cubicBezTo>
                  <a:pt x="109538" y="32068"/>
                  <a:pt x="111336" y="30163"/>
                  <a:pt x="113854" y="30163"/>
                </a:cubicBezTo>
                <a:close/>
                <a:moveTo>
                  <a:pt x="56658" y="30163"/>
                </a:moveTo>
                <a:lnTo>
                  <a:pt x="89037" y="30163"/>
                </a:lnTo>
                <a:cubicBezTo>
                  <a:pt x="91172" y="30163"/>
                  <a:pt x="93307" y="32068"/>
                  <a:pt x="93307" y="34354"/>
                </a:cubicBezTo>
                <a:cubicBezTo>
                  <a:pt x="93307" y="37021"/>
                  <a:pt x="91172" y="39307"/>
                  <a:pt x="89037" y="39307"/>
                </a:cubicBezTo>
                <a:lnTo>
                  <a:pt x="56658" y="39307"/>
                </a:lnTo>
                <a:cubicBezTo>
                  <a:pt x="54523" y="39307"/>
                  <a:pt x="52388" y="37021"/>
                  <a:pt x="52388" y="34354"/>
                </a:cubicBezTo>
                <a:cubicBezTo>
                  <a:pt x="52388" y="32068"/>
                  <a:pt x="54523" y="30163"/>
                  <a:pt x="56658" y="30163"/>
                </a:cubicBezTo>
                <a:close/>
                <a:moveTo>
                  <a:pt x="26511" y="30163"/>
                </a:moveTo>
                <a:lnTo>
                  <a:pt x="31869" y="30163"/>
                </a:lnTo>
                <a:cubicBezTo>
                  <a:pt x="34370" y="30163"/>
                  <a:pt x="36156" y="32068"/>
                  <a:pt x="36156" y="34354"/>
                </a:cubicBezTo>
                <a:cubicBezTo>
                  <a:pt x="36156" y="37021"/>
                  <a:pt x="34370" y="39307"/>
                  <a:pt x="31869" y="39307"/>
                </a:cubicBezTo>
                <a:lnTo>
                  <a:pt x="26511" y="39307"/>
                </a:lnTo>
                <a:cubicBezTo>
                  <a:pt x="24368" y="39307"/>
                  <a:pt x="22225" y="37021"/>
                  <a:pt x="22225" y="34354"/>
                </a:cubicBezTo>
                <a:cubicBezTo>
                  <a:pt x="22225" y="32068"/>
                  <a:pt x="24368" y="30163"/>
                  <a:pt x="26511" y="30163"/>
                </a:cubicBezTo>
                <a:close/>
                <a:moveTo>
                  <a:pt x="230006" y="28575"/>
                </a:moveTo>
                <a:cubicBezTo>
                  <a:pt x="232187" y="28575"/>
                  <a:pt x="234732" y="30735"/>
                  <a:pt x="234732" y="32895"/>
                </a:cubicBezTo>
                <a:lnTo>
                  <a:pt x="234732" y="38655"/>
                </a:lnTo>
                <a:cubicBezTo>
                  <a:pt x="242367" y="40095"/>
                  <a:pt x="248911" y="44775"/>
                  <a:pt x="251819" y="51974"/>
                </a:cubicBezTo>
                <a:cubicBezTo>
                  <a:pt x="252910" y="54134"/>
                  <a:pt x="251819" y="56654"/>
                  <a:pt x="249638" y="57734"/>
                </a:cubicBezTo>
                <a:cubicBezTo>
                  <a:pt x="247456" y="58814"/>
                  <a:pt x="244912" y="57734"/>
                  <a:pt x="243821" y="55214"/>
                </a:cubicBezTo>
                <a:cubicBezTo>
                  <a:pt x="241640" y="50534"/>
                  <a:pt x="235823" y="46934"/>
                  <a:pt x="230006" y="46934"/>
                </a:cubicBezTo>
                <a:cubicBezTo>
                  <a:pt x="222008" y="46934"/>
                  <a:pt x="215464" y="52694"/>
                  <a:pt x="215464" y="59534"/>
                </a:cubicBezTo>
                <a:cubicBezTo>
                  <a:pt x="215464" y="65654"/>
                  <a:pt x="218009" y="72494"/>
                  <a:pt x="230006" y="72494"/>
                </a:cubicBezTo>
                <a:cubicBezTo>
                  <a:pt x="247456" y="72494"/>
                  <a:pt x="253637" y="83654"/>
                  <a:pt x="253637" y="94094"/>
                </a:cubicBezTo>
                <a:cubicBezTo>
                  <a:pt x="253637" y="104893"/>
                  <a:pt x="245275" y="113533"/>
                  <a:pt x="234732" y="115333"/>
                </a:cubicBezTo>
                <a:lnTo>
                  <a:pt x="234732" y="120733"/>
                </a:lnTo>
                <a:cubicBezTo>
                  <a:pt x="234732" y="123253"/>
                  <a:pt x="232187" y="125053"/>
                  <a:pt x="230006" y="125053"/>
                </a:cubicBezTo>
                <a:cubicBezTo>
                  <a:pt x="227461" y="125053"/>
                  <a:pt x="225643" y="123253"/>
                  <a:pt x="225643" y="120733"/>
                </a:cubicBezTo>
                <a:lnTo>
                  <a:pt x="225643" y="115333"/>
                </a:lnTo>
                <a:cubicBezTo>
                  <a:pt x="217645" y="113893"/>
                  <a:pt x="211101" y="108853"/>
                  <a:pt x="208193" y="102013"/>
                </a:cubicBezTo>
                <a:cubicBezTo>
                  <a:pt x="207102" y="99853"/>
                  <a:pt x="208193" y="96973"/>
                  <a:pt x="210374" y="96253"/>
                </a:cubicBezTo>
                <a:cubicBezTo>
                  <a:pt x="212919" y="95173"/>
                  <a:pt x="215464" y="96253"/>
                  <a:pt x="216191" y="98773"/>
                </a:cubicBezTo>
                <a:cubicBezTo>
                  <a:pt x="218372" y="103453"/>
                  <a:pt x="223826" y="107053"/>
                  <a:pt x="230006" y="107053"/>
                </a:cubicBezTo>
                <a:cubicBezTo>
                  <a:pt x="238368" y="107053"/>
                  <a:pt x="244912" y="101293"/>
                  <a:pt x="244912" y="94094"/>
                </a:cubicBezTo>
                <a:cubicBezTo>
                  <a:pt x="244912" y="88334"/>
                  <a:pt x="242367" y="81134"/>
                  <a:pt x="230006" y="81134"/>
                </a:cubicBezTo>
                <a:cubicBezTo>
                  <a:pt x="212556" y="81134"/>
                  <a:pt x="206375" y="70334"/>
                  <a:pt x="206375" y="59534"/>
                </a:cubicBezTo>
                <a:cubicBezTo>
                  <a:pt x="206375" y="49454"/>
                  <a:pt x="214737" y="40455"/>
                  <a:pt x="225643" y="38655"/>
                </a:cubicBezTo>
                <a:lnTo>
                  <a:pt x="225643" y="32895"/>
                </a:lnTo>
                <a:cubicBezTo>
                  <a:pt x="225643" y="30735"/>
                  <a:pt x="227461" y="28575"/>
                  <a:pt x="230006" y="28575"/>
                </a:cubicBezTo>
                <a:close/>
                <a:moveTo>
                  <a:pt x="22014" y="8661"/>
                </a:moveTo>
                <a:cubicBezTo>
                  <a:pt x="14796" y="8661"/>
                  <a:pt x="8661" y="14796"/>
                  <a:pt x="8661" y="22014"/>
                </a:cubicBezTo>
                <a:lnTo>
                  <a:pt x="8661" y="144354"/>
                </a:lnTo>
                <a:lnTo>
                  <a:pt x="30314" y="140384"/>
                </a:lnTo>
                <a:cubicBezTo>
                  <a:pt x="30675" y="131362"/>
                  <a:pt x="38615" y="123784"/>
                  <a:pt x="47637" y="123784"/>
                </a:cubicBezTo>
                <a:cubicBezTo>
                  <a:pt x="52328" y="123784"/>
                  <a:pt x="56298" y="125588"/>
                  <a:pt x="59546" y="128475"/>
                </a:cubicBezTo>
                <a:lnTo>
                  <a:pt x="89860" y="108987"/>
                </a:lnTo>
                <a:cubicBezTo>
                  <a:pt x="89139" y="107544"/>
                  <a:pt x="88778" y="105739"/>
                  <a:pt x="88778" y="103935"/>
                </a:cubicBezTo>
                <a:cubicBezTo>
                  <a:pt x="88778" y="94191"/>
                  <a:pt x="96717" y="86252"/>
                  <a:pt x="106100" y="86252"/>
                </a:cubicBezTo>
                <a:cubicBezTo>
                  <a:pt x="111874" y="86252"/>
                  <a:pt x="116566" y="88778"/>
                  <a:pt x="119814" y="92747"/>
                </a:cubicBezTo>
                <a:lnTo>
                  <a:pt x="147602" y="79756"/>
                </a:lnTo>
                <a:cubicBezTo>
                  <a:pt x="147602" y="78673"/>
                  <a:pt x="147241" y="77590"/>
                  <a:pt x="147241" y="76508"/>
                </a:cubicBezTo>
                <a:cubicBezTo>
                  <a:pt x="147241" y="66764"/>
                  <a:pt x="155181" y="58824"/>
                  <a:pt x="164925" y="58824"/>
                </a:cubicBezTo>
                <a:cubicBezTo>
                  <a:pt x="174668" y="58824"/>
                  <a:pt x="182608" y="66764"/>
                  <a:pt x="182608" y="76508"/>
                </a:cubicBezTo>
                <a:cubicBezTo>
                  <a:pt x="182608" y="86252"/>
                  <a:pt x="174668" y="94191"/>
                  <a:pt x="164925" y="94191"/>
                </a:cubicBezTo>
                <a:cubicBezTo>
                  <a:pt x="159511" y="94191"/>
                  <a:pt x="154459" y="91665"/>
                  <a:pt x="151572" y="87695"/>
                </a:cubicBezTo>
                <a:lnTo>
                  <a:pt x="123784" y="100687"/>
                </a:lnTo>
                <a:cubicBezTo>
                  <a:pt x="123784" y="101409"/>
                  <a:pt x="123784" y="102491"/>
                  <a:pt x="123784" y="103935"/>
                </a:cubicBezTo>
                <a:cubicBezTo>
                  <a:pt x="123784" y="113318"/>
                  <a:pt x="115844" y="121618"/>
                  <a:pt x="106100" y="121618"/>
                </a:cubicBezTo>
                <a:cubicBezTo>
                  <a:pt x="101770" y="121618"/>
                  <a:pt x="97439" y="119453"/>
                  <a:pt x="94552" y="116566"/>
                </a:cubicBezTo>
                <a:lnTo>
                  <a:pt x="64237" y="136054"/>
                </a:lnTo>
                <a:cubicBezTo>
                  <a:pt x="64959" y="137497"/>
                  <a:pt x="65320" y="139663"/>
                  <a:pt x="65320" y="141467"/>
                </a:cubicBezTo>
                <a:cubicBezTo>
                  <a:pt x="65320" y="150850"/>
                  <a:pt x="57381" y="158790"/>
                  <a:pt x="47637" y="158790"/>
                </a:cubicBezTo>
                <a:cubicBezTo>
                  <a:pt x="40780" y="158790"/>
                  <a:pt x="35006" y="154820"/>
                  <a:pt x="31758" y="149046"/>
                </a:cubicBezTo>
                <a:lnTo>
                  <a:pt x="8661" y="153737"/>
                </a:lnTo>
                <a:lnTo>
                  <a:pt x="8661" y="211118"/>
                </a:lnTo>
                <a:lnTo>
                  <a:pt x="30314" y="211118"/>
                </a:lnTo>
                <a:lnTo>
                  <a:pt x="30314" y="176834"/>
                </a:lnTo>
                <a:cubicBezTo>
                  <a:pt x="30314" y="174308"/>
                  <a:pt x="32119" y="172504"/>
                  <a:pt x="34284" y="172504"/>
                </a:cubicBezTo>
                <a:lnTo>
                  <a:pt x="60989" y="172504"/>
                </a:lnTo>
                <a:cubicBezTo>
                  <a:pt x="63155" y="172504"/>
                  <a:pt x="65320" y="174308"/>
                  <a:pt x="65320" y="176834"/>
                </a:cubicBezTo>
                <a:lnTo>
                  <a:pt x="65320" y="211118"/>
                </a:lnTo>
                <a:lnTo>
                  <a:pt x="88778" y="211118"/>
                </a:lnTo>
                <a:lnTo>
                  <a:pt x="88778" y="141467"/>
                </a:lnTo>
                <a:cubicBezTo>
                  <a:pt x="88778" y="139302"/>
                  <a:pt x="90943" y="137136"/>
                  <a:pt x="93108" y="137136"/>
                </a:cubicBezTo>
                <a:lnTo>
                  <a:pt x="119453" y="137136"/>
                </a:lnTo>
                <a:cubicBezTo>
                  <a:pt x="121979" y="137136"/>
                  <a:pt x="123784" y="139302"/>
                  <a:pt x="123784" y="141467"/>
                </a:cubicBezTo>
                <a:lnTo>
                  <a:pt x="123784" y="211118"/>
                </a:lnTo>
                <a:lnTo>
                  <a:pt x="147241" y="211118"/>
                </a:lnTo>
                <a:lnTo>
                  <a:pt x="147241" y="115844"/>
                </a:lnTo>
                <a:cubicBezTo>
                  <a:pt x="147241" y="113318"/>
                  <a:pt x="149406" y="111514"/>
                  <a:pt x="151933" y="111514"/>
                </a:cubicBezTo>
                <a:lnTo>
                  <a:pt x="178277" y="111514"/>
                </a:lnTo>
                <a:cubicBezTo>
                  <a:pt x="180804" y="111514"/>
                  <a:pt x="182608" y="113318"/>
                  <a:pt x="182608" y="115844"/>
                </a:cubicBezTo>
                <a:lnTo>
                  <a:pt x="182608" y="211118"/>
                </a:lnTo>
                <a:lnTo>
                  <a:pt x="281491" y="211118"/>
                </a:lnTo>
                <a:lnTo>
                  <a:pt x="281491" y="22014"/>
                </a:lnTo>
                <a:cubicBezTo>
                  <a:pt x="281491" y="14796"/>
                  <a:pt x="275717" y="8661"/>
                  <a:pt x="268138" y="8661"/>
                </a:cubicBezTo>
                <a:lnTo>
                  <a:pt x="22014" y="8661"/>
                </a:lnTo>
                <a:close/>
                <a:moveTo>
                  <a:pt x="22014" y="0"/>
                </a:moveTo>
                <a:lnTo>
                  <a:pt x="268138" y="0"/>
                </a:lnTo>
                <a:cubicBezTo>
                  <a:pt x="280408" y="0"/>
                  <a:pt x="290152" y="9744"/>
                  <a:pt x="290152" y="22014"/>
                </a:cubicBezTo>
                <a:lnTo>
                  <a:pt x="290152" y="215449"/>
                </a:lnTo>
                <a:lnTo>
                  <a:pt x="290152" y="232771"/>
                </a:lnTo>
                <a:cubicBezTo>
                  <a:pt x="290152" y="245402"/>
                  <a:pt x="280408" y="255146"/>
                  <a:pt x="268138" y="255146"/>
                </a:cubicBezTo>
                <a:lnTo>
                  <a:pt x="202457" y="255146"/>
                </a:lnTo>
                <a:lnTo>
                  <a:pt x="202457" y="281491"/>
                </a:lnTo>
                <a:lnTo>
                  <a:pt x="233132" y="281491"/>
                </a:lnTo>
                <a:cubicBezTo>
                  <a:pt x="235659" y="281491"/>
                  <a:pt x="237463" y="283295"/>
                  <a:pt x="237463" y="285822"/>
                </a:cubicBezTo>
                <a:cubicBezTo>
                  <a:pt x="237463" y="288348"/>
                  <a:pt x="235659" y="290152"/>
                  <a:pt x="233132" y="290152"/>
                </a:cubicBezTo>
                <a:lnTo>
                  <a:pt x="57381" y="290152"/>
                </a:lnTo>
                <a:cubicBezTo>
                  <a:pt x="54854" y="290152"/>
                  <a:pt x="53050" y="288348"/>
                  <a:pt x="53050" y="285822"/>
                </a:cubicBezTo>
                <a:cubicBezTo>
                  <a:pt x="53050" y="283295"/>
                  <a:pt x="54854" y="281491"/>
                  <a:pt x="57381" y="281491"/>
                </a:cubicBezTo>
                <a:lnTo>
                  <a:pt x="88056" y="281491"/>
                </a:lnTo>
                <a:lnTo>
                  <a:pt x="88056" y="255146"/>
                </a:lnTo>
                <a:lnTo>
                  <a:pt x="22014" y="255146"/>
                </a:lnTo>
                <a:cubicBezTo>
                  <a:pt x="10105" y="255146"/>
                  <a:pt x="0" y="245402"/>
                  <a:pt x="0" y="232771"/>
                </a:cubicBezTo>
                <a:lnTo>
                  <a:pt x="0" y="215449"/>
                </a:lnTo>
                <a:lnTo>
                  <a:pt x="0" y="22014"/>
                </a:lnTo>
                <a:cubicBezTo>
                  <a:pt x="0" y="9744"/>
                  <a:pt x="10105" y="0"/>
                  <a:pt x="2201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7" name="Freeform 982">
            <a:extLst>
              <a:ext uri="{FF2B5EF4-FFF2-40B4-BE49-F238E27FC236}">
                <a16:creationId xmlns:a16="http://schemas.microsoft.com/office/drawing/2014/main" id="{304572E3-CE35-E84C-B8DE-46ABD71BF8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34877" y="4381344"/>
            <a:ext cx="612204" cy="608517"/>
          </a:xfrm>
          <a:custGeom>
            <a:avLst/>
            <a:gdLst>
              <a:gd name="T0" fmla="*/ 120216 w 290152"/>
              <a:gd name="T1" fmla="*/ 396833 h 288566"/>
              <a:gd name="T2" fmla="*/ 147102 w 290152"/>
              <a:gd name="T3" fmla="*/ 392852 h 288566"/>
              <a:gd name="T4" fmla="*/ 147102 w 290152"/>
              <a:gd name="T5" fmla="*/ 435285 h 288566"/>
              <a:gd name="T6" fmla="*/ 120216 w 290152"/>
              <a:gd name="T7" fmla="*/ 420037 h 288566"/>
              <a:gd name="T8" fmla="*/ 93327 w 290152"/>
              <a:gd name="T9" fmla="*/ 435285 h 288566"/>
              <a:gd name="T10" fmla="*/ 93327 w 290152"/>
              <a:gd name="T11" fmla="*/ 392852 h 288566"/>
              <a:gd name="T12" fmla="*/ 68659 w 290152"/>
              <a:gd name="T13" fmla="*/ 361742 h 288566"/>
              <a:gd name="T14" fmla="*/ 166903 w 290152"/>
              <a:gd name="T15" fmla="*/ 459989 h 288566"/>
              <a:gd name="T16" fmla="*/ 166903 w 290152"/>
              <a:gd name="T17" fmla="*/ 358467 h 288566"/>
              <a:gd name="T18" fmla="*/ 401989 w 290152"/>
              <a:gd name="T19" fmla="*/ 350275 h 288566"/>
              <a:gd name="T20" fmla="*/ 429982 w 290152"/>
              <a:gd name="T21" fmla="*/ 378514 h 288566"/>
              <a:gd name="T22" fmla="*/ 71280 w 290152"/>
              <a:gd name="T23" fmla="*/ 342749 h 288566"/>
              <a:gd name="T24" fmla="*/ 185238 w 290152"/>
              <a:gd name="T25" fmla="*/ 457369 h 288566"/>
              <a:gd name="T26" fmla="*/ 52287 w 290152"/>
              <a:gd name="T27" fmla="*/ 457369 h 288566"/>
              <a:gd name="T28" fmla="*/ 415987 w 290152"/>
              <a:gd name="T29" fmla="*/ 328769 h 288566"/>
              <a:gd name="T30" fmla="*/ 416312 w 290152"/>
              <a:gd name="T31" fmla="*/ 400183 h 288566"/>
              <a:gd name="T32" fmla="*/ 390921 w 290152"/>
              <a:gd name="T33" fmla="*/ 339111 h 288566"/>
              <a:gd name="T34" fmla="*/ 309230 w 290152"/>
              <a:gd name="T35" fmla="*/ 256219 h 288566"/>
              <a:gd name="T36" fmla="*/ 337466 w 290152"/>
              <a:gd name="T37" fmla="*/ 285369 h 288566"/>
              <a:gd name="T38" fmla="*/ 441434 w 290152"/>
              <a:gd name="T39" fmla="*/ 237895 h 288566"/>
              <a:gd name="T40" fmla="*/ 302149 w 290152"/>
              <a:gd name="T41" fmla="*/ 398222 h 288566"/>
              <a:gd name="T42" fmla="*/ 290212 w 290152"/>
              <a:gd name="T43" fmla="*/ 387100 h 288566"/>
              <a:gd name="T44" fmla="*/ 348632 w 290152"/>
              <a:gd name="T45" fmla="*/ 245620 h 288566"/>
              <a:gd name="T46" fmla="*/ 298064 w 290152"/>
              <a:gd name="T47" fmla="*/ 296631 h 288566"/>
              <a:gd name="T48" fmla="*/ 323348 w 290152"/>
              <a:gd name="T49" fmla="*/ 235683 h 288566"/>
              <a:gd name="T50" fmla="*/ 126580 w 290152"/>
              <a:gd name="T51" fmla="*/ 218671 h 288566"/>
              <a:gd name="T52" fmla="*/ 144826 w 290152"/>
              <a:gd name="T53" fmla="*/ 234453 h 288566"/>
              <a:gd name="T54" fmla="*/ 118765 w 290152"/>
              <a:gd name="T55" fmla="*/ 260759 h 288566"/>
              <a:gd name="T56" fmla="*/ 92056 w 290152"/>
              <a:gd name="T57" fmla="*/ 234453 h 288566"/>
              <a:gd name="T58" fmla="*/ 110293 w 290152"/>
              <a:gd name="T59" fmla="*/ 218671 h 288566"/>
              <a:gd name="T60" fmla="*/ 373075 w 290152"/>
              <a:gd name="T61" fmla="*/ 176874 h 288566"/>
              <a:gd name="T62" fmla="*/ 515039 w 290152"/>
              <a:gd name="T63" fmla="*/ 317580 h 288566"/>
              <a:gd name="T64" fmla="*/ 68659 w 290152"/>
              <a:gd name="T65" fmla="*/ 178183 h 288566"/>
              <a:gd name="T66" fmla="*/ 166903 w 290152"/>
              <a:gd name="T67" fmla="*/ 276914 h 288566"/>
              <a:gd name="T68" fmla="*/ 166903 w 290152"/>
              <a:gd name="T69" fmla="*/ 175552 h 288566"/>
              <a:gd name="T70" fmla="*/ 166903 w 290152"/>
              <a:gd name="T71" fmla="*/ 159755 h 288566"/>
              <a:gd name="T72" fmla="*/ 166903 w 290152"/>
              <a:gd name="T73" fmla="*/ 292710 h 288566"/>
              <a:gd name="T74" fmla="*/ 52287 w 290152"/>
              <a:gd name="T75" fmla="*/ 178183 h 288566"/>
              <a:gd name="T76" fmla="*/ 15849 w 290152"/>
              <a:gd name="T77" fmla="*/ 147284 h 288566"/>
              <a:gd name="T78" fmla="*/ 383639 w 290152"/>
              <a:gd name="T79" fmla="*/ 512208 h 288566"/>
              <a:gd name="T80" fmla="*/ 373075 w 290152"/>
              <a:gd name="T81" fmla="*/ 475386 h 288566"/>
              <a:gd name="T82" fmla="*/ 407410 w 290152"/>
              <a:gd name="T83" fmla="*/ 165036 h 288566"/>
              <a:gd name="T84" fmla="*/ 40274 w 290152"/>
              <a:gd name="T85" fmla="*/ 122957 h 288566"/>
              <a:gd name="T86" fmla="*/ 368216 w 290152"/>
              <a:gd name="T87" fmla="*/ 61322 h 288566"/>
              <a:gd name="T88" fmla="*/ 354142 w 290152"/>
              <a:gd name="T89" fmla="*/ 66480 h 288566"/>
              <a:gd name="T90" fmla="*/ 246081 w 290152"/>
              <a:gd name="T91" fmla="*/ 55513 h 288566"/>
              <a:gd name="T92" fmla="*/ 258626 w 290152"/>
              <a:gd name="T93" fmla="*/ 66480 h 288566"/>
              <a:gd name="T94" fmla="*/ 243987 w 290152"/>
              <a:gd name="T95" fmla="*/ 61322 h 288566"/>
              <a:gd name="T96" fmla="*/ 315908 w 290152"/>
              <a:gd name="T97" fmla="*/ 63549 h 288566"/>
              <a:gd name="T98" fmla="*/ 307543 w 290152"/>
              <a:gd name="T99" fmla="*/ 55191 h 288566"/>
              <a:gd name="T100" fmla="*/ 15849 w 290152"/>
              <a:gd name="T101" fmla="*/ 82847 h 288566"/>
              <a:gd name="T102" fmla="*/ 407410 w 290152"/>
              <a:gd name="T103" fmla="*/ 82847 h 288566"/>
              <a:gd name="T104" fmla="*/ 40274 w 290152"/>
              <a:gd name="T105" fmla="*/ 15784 h 288566"/>
              <a:gd name="T106" fmla="*/ 423916 w 290152"/>
              <a:gd name="T107" fmla="*/ 40105 h 288566"/>
              <a:gd name="T108" fmla="*/ 423916 w 290152"/>
              <a:gd name="T109" fmla="*/ 147284 h 288566"/>
              <a:gd name="T110" fmla="*/ 423916 w 290152"/>
              <a:gd name="T111" fmla="*/ 466838 h 288566"/>
              <a:gd name="T112" fmla="*/ 40274 w 290152"/>
              <a:gd name="T113" fmla="*/ 527988 h 288566"/>
              <a:gd name="T114" fmla="*/ 16505 w 290152"/>
              <a:gd name="T115" fmla="*/ 115066 h 288566"/>
              <a:gd name="T116" fmla="*/ 40274 w 290152"/>
              <a:gd name="T117" fmla="*/ 0 h 28856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90152" h="288566">
                <a:moveTo>
                  <a:pt x="51006" y="208187"/>
                </a:moveTo>
                <a:cubicBezTo>
                  <a:pt x="52798" y="206375"/>
                  <a:pt x="55307" y="206375"/>
                  <a:pt x="57099" y="208187"/>
                </a:cubicBezTo>
                <a:lnTo>
                  <a:pt x="65703" y="216884"/>
                </a:lnTo>
                <a:lnTo>
                  <a:pt x="74306" y="208187"/>
                </a:lnTo>
                <a:cubicBezTo>
                  <a:pt x="76098" y="206375"/>
                  <a:pt x="78607" y="206375"/>
                  <a:pt x="80399" y="208187"/>
                </a:cubicBezTo>
                <a:cubicBezTo>
                  <a:pt x="82192" y="209999"/>
                  <a:pt x="82192" y="212898"/>
                  <a:pt x="80399" y="214709"/>
                </a:cubicBezTo>
                <a:lnTo>
                  <a:pt x="71796" y="223044"/>
                </a:lnTo>
                <a:lnTo>
                  <a:pt x="80399" y="231740"/>
                </a:lnTo>
                <a:cubicBezTo>
                  <a:pt x="82192" y="233552"/>
                  <a:pt x="82192" y="236451"/>
                  <a:pt x="80399" y="237900"/>
                </a:cubicBezTo>
                <a:cubicBezTo>
                  <a:pt x="79683" y="238987"/>
                  <a:pt x="78607" y="239350"/>
                  <a:pt x="77173" y="239350"/>
                </a:cubicBezTo>
                <a:cubicBezTo>
                  <a:pt x="76098" y="239350"/>
                  <a:pt x="75023" y="238987"/>
                  <a:pt x="74306" y="237900"/>
                </a:cubicBezTo>
                <a:lnTo>
                  <a:pt x="65703" y="229566"/>
                </a:lnTo>
                <a:lnTo>
                  <a:pt x="57099" y="237900"/>
                </a:lnTo>
                <a:cubicBezTo>
                  <a:pt x="56024" y="238987"/>
                  <a:pt x="54949" y="239350"/>
                  <a:pt x="53873" y="239350"/>
                </a:cubicBezTo>
                <a:cubicBezTo>
                  <a:pt x="53156" y="239350"/>
                  <a:pt x="51722" y="238987"/>
                  <a:pt x="51006" y="237900"/>
                </a:cubicBezTo>
                <a:cubicBezTo>
                  <a:pt x="49213" y="236451"/>
                  <a:pt x="49213" y="233552"/>
                  <a:pt x="51006" y="231740"/>
                </a:cubicBezTo>
                <a:lnTo>
                  <a:pt x="59609" y="223044"/>
                </a:lnTo>
                <a:lnTo>
                  <a:pt x="51006" y="214709"/>
                </a:lnTo>
                <a:cubicBezTo>
                  <a:pt x="49213" y="212898"/>
                  <a:pt x="49213" y="209999"/>
                  <a:pt x="51006" y="208187"/>
                </a:cubicBezTo>
                <a:close/>
                <a:moveTo>
                  <a:pt x="38956" y="195916"/>
                </a:moveTo>
                <a:cubicBezTo>
                  <a:pt x="38240" y="195916"/>
                  <a:pt x="37524" y="196632"/>
                  <a:pt x="37524" y="197706"/>
                </a:cubicBezTo>
                <a:lnTo>
                  <a:pt x="37524" y="249969"/>
                </a:lnTo>
                <a:cubicBezTo>
                  <a:pt x="37524" y="250685"/>
                  <a:pt x="38240" y="251401"/>
                  <a:pt x="38956" y="251401"/>
                </a:cubicBezTo>
                <a:lnTo>
                  <a:pt x="91219" y="251401"/>
                </a:lnTo>
                <a:cubicBezTo>
                  <a:pt x="91935" y="251401"/>
                  <a:pt x="92651" y="250685"/>
                  <a:pt x="92651" y="249969"/>
                </a:cubicBezTo>
                <a:lnTo>
                  <a:pt x="92651" y="197706"/>
                </a:lnTo>
                <a:cubicBezTo>
                  <a:pt x="92651" y="196632"/>
                  <a:pt x="91935" y="195916"/>
                  <a:pt x="91219" y="195916"/>
                </a:cubicBezTo>
                <a:lnTo>
                  <a:pt x="38956" y="195916"/>
                </a:lnTo>
                <a:close/>
                <a:moveTo>
                  <a:pt x="227533" y="188208"/>
                </a:moveTo>
                <a:cubicBezTo>
                  <a:pt x="224687" y="188208"/>
                  <a:pt x="221840" y="189285"/>
                  <a:pt x="219705" y="191439"/>
                </a:cubicBezTo>
                <a:cubicBezTo>
                  <a:pt x="217926" y="193592"/>
                  <a:pt x="216503" y="196104"/>
                  <a:pt x="216503" y="198976"/>
                </a:cubicBezTo>
                <a:cubicBezTo>
                  <a:pt x="216503" y="202206"/>
                  <a:pt x="217926" y="204718"/>
                  <a:pt x="219705" y="206872"/>
                </a:cubicBezTo>
                <a:cubicBezTo>
                  <a:pt x="223975" y="211179"/>
                  <a:pt x="231091" y="211179"/>
                  <a:pt x="235005" y="206872"/>
                </a:cubicBezTo>
                <a:cubicBezTo>
                  <a:pt x="239275" y="202565"/>
                  <a:pt x="239275" y="195746"/>
                  <a:pt x="235005" y="191439"/>
                </a:cubicBezTo>
                <a:cubicBezTo>
                  <a:pt x="233226" y="189285"/>
                  <a:pt x="230024" y="188208"/>
                  <a:pt x="227533" y="188208"/>
                </a:cubicBezTo>
                <a:close/>
                <a:moveTo>
                  <a:pt x="38956" y="187325"/>
                </a:moveTo>
                <a:lnTo>
                  <a:pt x="91219" y="187325"/>
                </a:lnTo>
                <a:cubicBezTo>
                  <a:pt x="96589" y="187325"/>
                  <a:pt x="101242" y="191620"/>
                  <a:pt x="101242" y="197706"/>
                </a:cubicBezTo>
                <a:lnTo>
                  <a:pt x="101242" y="249969"/>
                </a:lnTo>
                <a:cubicBezTo>
                  <a:pt x="101242" y="255697"/>
                  <a:pt x="96589" y="259992"/>
                  <a:pt x="91219" y="259992"/>
                </a:cubicBezTo>
                <a:lnTo>
                  <a:pt x="38956" y="259992"/>
                </a:lnTo>
                <a:cubicBezTo>
                  <a:pt x="33228" y="259992"/>
                  <a:pt x="28575" y="255697"/>
                  <a:pt x="28575" y="249969"/>
                </a:cubicBezTo>
                <a:lnTo>
                  <a:pt x="28575" y="197706"/>
                </a:lnTo>
                <a:cubicBezTo>
                  <a:pt x="28575" y="191620"/>
                  <a:pt x="33228" y="187325"/>
                  <a:pt x="38956" y="187325"/>
                </a:cubicBezTo>
                <a:close/>
                <a:moveTo>
                  <a:pt x="227355" y="179684"/>
                </a:moveTo>
                <a:cubicBezTo>
                  <a:pt x="232426" y="179684"/>
                  <a:pt x="237496" y="181568"/>
                  <a:pt x="241054" y="185337"/>
                </a:cubicBezTo>
                <a:cubicBezTo>
                  <a:pt x="248882" y="192874"/>
                  <a:pt x="248882" y="205436"/>
                  <a:pt x="241054" y="212974"/>
                </a:cubicBezTo>
                <a:cubicBezTo>
                  <a:pt x="237496" y="216922"/>
                  <a:pt x="232515" y="218716"/>
                  <a:pt x="227533" y="218716"/>
                </a:cubicBezTo>
                <a:cubicBezTo>
                  <a:pt x="222552" y="218716"/>
                  <a:pt x="217215" y="216922"/>
                  <a:pt x="213656" y="212974"/>
                </a:cubicBezTo>
                <a:cubicBezTo>
                  <a:pt x="209742" y="209384"/>
                  <a:pt x="207963" y="204359"/>
                  <a:pt x="207963" y="198976"/>
                </a:cubicBezTo>
                <a:cubicBezTo>
                  <a:pt x="207963" y="193951"/>
                  <a:pt x="209742" y="188926"/>
                  <a:pt x="213656" y="185337"/>
                </a:cubicBezTo>
                <a:cubicBezTo>
                  <a:pt x="217214" y="181568"/>
                  <a:pt x="222285" y="179684"/>
                  <a:pt x="227355" y="179684"/>
                </a:cubicBezTo>
                <a:close/>
                <a:moveTo>
                  <a:pt x="176903" y="137138"/>
                </a:moveTo>
                <a:cubicBezTo>
                  <a:pt x="174032" y="137138"/>
                  <a:pt x="171161" y="138224"/>
                  <a:pt x="169007" y="140034"/>
                </a:cubicBezTo>
                <a:cubicBezTo>
                  <a:pt x="166854" y="142569"/>
                  <a:pt x="165777" y="145103"/>
                  <a:pt x="165777" y="147999"/>
                </a:cubicBezTo>
                <a:cubicBezTo>
                  <a:pt x="165777" y="150896"/>
                  <a:pt x="166854" y="153792"/>
                  <a:pt x="169007" y="155965"/>
                </a:cubicBezTo>
                <a:cubicBezTo>
                  <a:pt x="173314" y="160310"/>
                  <a:pt x="180493" y="160310"/>
                  <a:pt x="184441" y="155965"/>
                </a:cubicBezTo>
                <a:cubicBezTo>
                  <a:pt x="188748" y="151620"/>
                  <a:pt x="188748" y="144741"/>
                  <a:pt x="184441" y="140034"/>
                </a:cubicBezTo>
                <a:cubicBezTo>
                  <a:pt x="182287" y="138224"/>
                  <a:pt x="179416" y="137138"/>
                  <a:pt x="176903" y="137138"/>
                </a:cubicBezTo>
                <a:close/>
                <a:moveTo>
                  <a:pt x="241263" y="130018"/>
                </a:moveTo>
                <a:cubicBezTo>
                  <a:pt x="242713" y="128587"/>
                  <a:pt x="245613" y="128587"/>
                  <a:pt x="247426" y="130018"/>
                </a:cubicBezTo>
                <a:cubicBezTo>
                  <a:pt x="248876" y="131806"/>
                  <a:pt x="248876" y="134667"/>
                  <a:pt x="247426" y="136098"/>
                </a:cubicBezTo>
                <a:lnTo>
                  <a:pt x="165138" y="217644"/>
                </a:lnTo>
                <a:cubicBezTo>
                  <a:pt x="164051" y="218360"/>
                  <a:pt x="162963" y="218717"/>
                  <a:pt x="161876" y="218717"/>
                </a:cubicBezTo>
                <a:cubicBezTo>
                  <a:pt x="160788" y="218717"/>
                  <a:pt x="159701" y="218360"/>
                  <a:pt x="158613" y="217644"/>
                </a:cubicBezTo>
                <a:cubicBezTo>
                  <a:pt x="157163" y="215856"/>
                  <a:pt x="157163" y="212995"/>
                  <a:pt x="158613" y="211564"/>
                </a:cubicBezTo>
                <a:lnTo>
                  <a:pt x="241263" y="130018"/>
                </a:lnTo>
                <a:close/>
                <a:moveTo>
                  <a:pt x="176724" y="128810"/>
                </a:moveTo>
                <a:cubicBezTo>
                  <a:pt x="181838" y="128810"/>
                  <a:pt x="186953" y="130621"/>
                  <a:pt x="190542" y="134241"/>
                </a:cubicBezTo>
                <a:cubicBezTo>
                  <a:pt x="198079" y="141844"/>
                  <a:pt x="198079" y="154517"/>
                  <a:pt x="190542" y="162120"/>
                </a:cubicBezTo>
                <a:cubicBezTo>
                  <a:pt x="186953" y="166103"/>
                  <a:pt x="181928" y="167913"/>
                  <a:pt x="176903" y="167913"/>
                </a:cubicBezTo>
                <a:cubicBezTo>
                  <a:pt x="171520" y="167913"/>
                  <a:pt x="166495" y="166103"/>
                  <a:pt x="162906" y="162120"/>
                </a:cubicBezTo>
                <a:cubicBezTo>
                  <a:pt x="158958" y="158137"/>
                  <a:pt x="157163" y="153430"/>
                  <a:pt x="157163" y="147999"/>
                </a:cubicBezTo>
                <a:cubicBezTo>
                  <a:pt x="157163" y="142931"/>
                  <a:pt x="158958" y="137862"/>
                  <a:pt x="162906" y="134241"/>
                </a:cubicBezTo>
                <a:cubicBezTo>
                  <a:pt x="166495" y="130621"/>
                  <a:pt x="171609" y="128810"/>
                  <a:pt x="176724" y="128810"/>
                </a:cubicBezTo>
                <a:close/>
                <a:moveTo>
                  <a:pt x="64910" y="104775"/>
                </a:moveTo>
                <a:cubicBezTo>
                  <a:pt x="67403" y="104775"/>
                  <a:pt x="69183" y="106931"/>
                  <a:pt x="69183" y="109448"/>
                </a:cubicBezTo>
                <a:lnTo>
                  <a:pt x="69183" y="119512"/>
                </a:lnTo>
                <a:lnTo>
                  <a:pt x="79153" y="119512"/>
                </a:lnTo>
                <a:cubicBezTo>
                  <a:pt x="81646" y="119512"/>
                  <a:pt x="83782" y="121668"/>
                  <a:pt x="83782" y="123825"/>
                </a:cubicBezTo>
                <a:cubicBezTo>
                  <a:pt x="83782" y="126341"/>
                  <a:pt x="81646" y="128138"/>
                  <a:pt x="79153" y="128138"/>
                </a:cubicBezTo>
                <a:lnTo>
                  <a:pt x="69183" y="128138"/>
                </a:lnTo>
                <a:lnTo>
                  <a:pt x="69183" y="138202"/>
                </a:lnTo>
                <a:cubicBezTo>
                  <a:pt x="69183" y="140718"/>
                  <a:pt x="67403" y="142515"/>
                  <a:pt x="64910" y="142515"/>
                </a:cubicBezTo>
                <a:cubicBezTo>
                  <a:pt x="62418" y="142515"/>
                  <a:pt x="60281" y="140718"/>
                  <a:pt x="60281" y="138202"/>
                </a:cubicBezTo>
                <a:lnTo>
                  <a:pt x="60281" y="128138"/>
                </a:lnTo>
                <a:lnTo>
                  <a:pt x="50311" y="128138"/>
                </a:lnTo>
                <a:cubicBezTo>
                  <a:pt x="48174" y="128138"/>
                  <a:pt x="46038" y="126341"/>
                  <a:pt x="46038" y="123825"/>
                </a:cubicBezTo>
                <a:cubicBezTo>
                  <a:pt x="46038" y="121668"/>
                  <a:pt x="48174" y="119512"/>
                  <a:pt x="50311" y="119512"/>
                </a:cubicBezTo>
                <a:lnTo>
                  <a:pt x="60281" y="119512"/>
                </a:lnTo>
                <a:lnTo>
                  <a:pt x="60281" y="109448"/>
                </a:lnTo>
                <a:cubicBezTo>
                  <a:pt x="60281" y="106931"/>
                  <a:pt x="62418" y="104775"/>
                  <a:pt x="64910" y="104775"/>
                </a:cubicBezTo>
                <a:close/>
                <a:moveTo>
                  <a:pt x="203901" y="96668"/>
                </a:moveTo>
                <a:cubicBezTo>
                  <a:pt x="160955" y="96668"/>
                  <a:pt x="126310" y="131166"/>
                  <a:pt x="126310" y="173570"/>
                </a:cubicBezTo>
                <a:cubicBezTo>
                  <a:pt x="126310" y="216335"/>
                  <a:pt x="160955" y="250833"/>
                  <a:pt x="203901" y="250833"/>
                </a:cubicBezTo>
                <a:cubicBezTo>
                  <a:pt x="246485" y="250833"/>
                  <a:pt x="281491" y="216335"/>
                  <a:pt x="281491" y="173570"/>
                </a:cubicBezTo>
                <a:cubicBezTo>
                  <a:pt x="281491" y="131166"/>
                  <a:pt x="246485" y="96668"/>
                  <a:pt x="203901" y="96668"/>
                </a:cubicBezTo>
                <a:close/>
                <a:moveTo>
                  <a:pt x="38956" y="95945"/>
                </a:moveTo>
                <a:cubicBezTo>
                  <a:pt x="38240" y="95945"/>
                  <a:pt x="37524" y="96665"/>
                  <a:pt x="37524" y="97384"/>
                </a:cubicBezTo>
                <a:lnTo>
                  <a:pt x="37524" y="149905"/>
                </a:lnTo>
                <a:cubicBezTo>
                  <a:pt x="37524" y="150264"/>
                  <a:pt x="38240" y="151344"/>
                  <a:pt x="38956" y="151344"/>
                </a:cubicBezTo>
                <a:lnTo>
                  <a:pt x="91219" y="151344"/>
                </a:lnTo>
                <a:cubicBezTo>
                  <a:pt x="91935" y="151344"/>
                  <a:pt x="92651" y="150264"/>
                  <a:pt x="92651" y="149905"/>
                </a:cubicBezTo>
                <a:lnTo>
                  <a:pt x="92651" y="97384"/>
                </a:lnTo>
                <a:cubicBezTo>
                  <a:pt x="92651" y="96665"/>
                  <a:pt x="91935" y="95945"/>
                  <a:pt x="91219" y="95945"/>
                </a:cubicBezTo>
                <a:lnTo>
                  <a:pt x="38956" y="95945"/>
                </a:lnTo>
                <a:close/>
                <a:moveTo>
                  <a:pt x="38956" y="87312"/>
                </a:moveTo>
                <a:lnTo>
                  <a:pt x="91219" y="87312"/>
                </a:lnTo>
                <a:cubicBezTo>
                  <a:pt x="96589" y="87312"/>
                  <a:pt x="101242" y="91988"/>
                  <a:pt x="101242" y="97384"/>
                </a:cubicBezTo>
                <a:lnTo>
                  <a:pt x="101242" y="149905"/>
                </a:lnTo>
                <a:cubicBezTo>
                  <a:pt x="101242" y="155301"/>
                  <a:pt x="96589" y="159977"/>
                  <a:pt x="91219" y="159977"/>
                </a:cubicBezTo>
                <a:lnTo>
                  <a:pt x="38956" y="159977"/>
                </a:lnTo>
                <a:cubicBezTo>
                  <a:pt x="33228" y="159977"/>
                  <a:pt x="28575" y="155301"/>
                  <a:pt x="28575" y="149905"/>
                </a:cubicBezTo>
                <a:lnTo>
                  <a:pt x="28575" y="97384"/>
                </a:lnTo>
                <a:cubicBezTo>
                  <a:pt x="28575" y="91988"/>
                  <a:pt x="33228" y="87312"/>
                  <a:pt x="38956" y="87312"/>
                </a:cubicBezTo>
                <a:close/>
                <a:moveTo>
                  <a:pt x="22014" y="67200"/>
                </a:moveTo>
                <a:cubicBezTo>
                  <a:pt x="14796" y="67200"/>
                  <a:pt x="8661" y="72950"/>
                  <a:pt x="8661" y="80496"/>
                </a:cubicBezTo>
                <a:lnTo>
                  <a:pt x="8661" y="266645"/>
                </a:lnTo>
                <a:cubicBezTo>
                  <a:pt x="8661" y="273832"/>
                  <a:pt x="14796" y="279941"/>
                  <a:pt x="22014" y="279941"/>
                </a:cubicBezTo>
                <a:lnTo>
                  <a:pt x="209675" y="279941"/>
                </a:lnTo>
                <a:cubicBezTo>
                  <a:pt x="216893" y="279941"/>
                  <a:pt x="222667" y="273832"/>
                  <a:pt x="222667" y="266645"/>
                </a:cubicBezTo>
                <a:lnTo>
                  <a:pt x="222667" y="257661"/>
                </a:lnTo>
                <a:cubicBezTo>
                  <a:pt x="216532" y="259098"/>
                  <a:pt x="210397" y="259817"/>
                  <a:pt x="203901" y="259817"/>
                </a:cubicBezTo>
                <a:cubicBezTo>
                  <a:pt x="155903" y="259817"/>
                  <a:pt x="117288" y="221006"/>
                  <a:pt x="117288" y="173570"/>
                </a:cubicBezTo>
                <a:cubicBezTo>
                  <a:pt x="117288" y="126494"/>
                  <a:pt x="155903" y="88043"/>
                  <a:pt x="203901" y="88043"/>
                </a:cubicBezTo>
                <a:cubicBezTo>
                  <a:pt x="210397" y="88043"/>
                  <a:pt x="216532" y="88762"/>
                  <a:pt x="222667" y="90199"/>
                </a:cubicBezTo>
                <a:lnTo>
                  <a:pt x="222667" y="80496"/>
                </a:lnTo>
                <a:cubicBezTo>
                  <a:pt x="222667" y="72950"/>
                  <a:pt x="216893" y="67200"/>
                  <a:pt x="209675" y="67200"/>
                </a:cubicBezTo>
                <a:lnTo>
                  <a:pt x="22014" y="67200"/>
                </a:lnTo>
                <a:close/>
                <a:moveTo>
                  <a:pt x="193554" y="30339"/>
                </a:moveTo>
                <a:cubicBezTo>
                  <a:pt x="195019" y="28575"/>
                  <a:pt x="197950" y="28575"/>
                  <a:pt x="199782" y="30339"/>
                </a:cubicBezTo>
                <a:cubicBezTo>
                  <a:pt x="200514" y="31044"/>
                  <a:pt x="201247" y="32103"/>
                  <a:pt x="201247" y="33514"/>
                </a:cubicBezTo>
                <a:cubicBezTo>
                  <a:pt x="201247" y="34572"/>
                  <a:pt x="200514" y="35630"/>
                  <a:pt x="199782" y="36336"/>
                </a:cubicBezTo>
                <a:cubicBezTo>
                  <a:pt x="199049" y="37042"/>
                  <a:pt x="197950" y="37747"/>
                  <a:pt x="196484" y="37747"/>
                </a:cubicBezTo>
                <a:cubicBezTo>
                  <a:pt x="195385" y="37747"/>
                  <a:pt x="194286" y="37042"/>
                  <a:pt x="193554" y="36336"/>
                </a:cubicBezTo>
                <a:cubicBezTo>
                  <a:pt x="192455" y="35630"/>
                  <a:pt x="192088" y="34572"/>
                  <a:pt x="192088" y="33514"/>
                </a:cubicBezTo>
                <a:cubicBezTo>
                  <a:pt x="192088" y="32103"/>
                  <a:pt x="192455" y="31044"/>
                  <a:pt x="193554" y="30339"/>
                </a:cubicBezTo>
                <a:close/>
                <a:moveTo>
                  <a:pt x="134493" y="30339"/>
                </a:moveTo>
                <a:cubicBezTo>
                  <a:pt x="136398" y="28575"/>
                  <a:pt x="139446" y="28575"/>
                  <a:pt x="141351" y="30339"/>
                </a:cubicBezTo>
                <a:cubicBezTo>
                  <a:pt x="142113" y="31044"/>
                  <a:pt x="142494" y="32103"/>
                  <a:pt x="142494" y="33514"/>
                </a:cubicBezTo>
                <a:cubicBezTo>
                  <a:pt x="142494" y="34572"/>
                  <a:pt x="142113" y="35630"/>
                  <a:pt x="141351" y="36336"/>
                </a:cubicBezTo>
                <a:cubicBezTo>
                  <a:pt x="140589" y="37042"/>
                  <a:pt x="139065" y="37747"/>
                  <a:pt x="137922" y="37747"/>
                </a:cubicBezTo>
                <a:cubicBezTo>
                  <a:pt x="136779" y="37747"/>
                  <a:pt x="135636" y="37042"/>
                  <a:pt x="134493" y="36336"/>
                </a:cubicBezTo>
                <a:cubicBezTo>
                  <a:pt x="133731" y="35630"/>
                  <a:pt x="133350" y="34572"/>
                  <a:pt x="133350" y="33514"/>
                </a:cubicBezTo>
                <a:cubicBezTo>
                  <a:pt x="133350" y="32103"/>
                  <a:pt x="133731" y="31044"/>
                  <a:pt x="134493" y="30339"/>
                </a:cubicBezTo>
                <a:close/>
                <a:moveTo>
                  <a:pt x="168085" y="30162"/>
                </a:moveTo>
                <a:cubicBezTo>
                  <a:pt x="170752" y="30162"/>
                  <a:pt x="172657" y="32067"/>
                  <a:pt x="172657" y="34734"/>
                </a:cubicBezTo>
                <a:cubicBezTo>
                  <a:pt x="172657" y="37020"/>
                  <a:pt x="170752" y="39306"/>
                  <a:pt x="168085" y="39306"/>
                </a:cubicBezTo>
                <a:cubicBezTo>
                  <a:pt x="165799" y="39306"/>
                  <a:pt x="163513" y="37020"/>
                  <a:pt x="163513" y="34734"/>
                </a:cubicBezTo>
                <a:cubicBezTo>
                  <a:pt x="163513" y="32067"/>
                  <a:pt x="165799" y="30162"/>
                  <a:pt x="168085" y="30162"/>
                </a:cubicBezTo>
                <a:close/>
                <a:moveTo>
                  <a:pt x="22014" y="8625"/>
                </a:moveTo>
                <a:cubicBezTo>
                  <a:pt x="14796" y="8625"/>
                  <a:pt x="8661" y="14734"/>
                  <a:pt x="8661" y="21921"/>
                </a:cubicBezTo>
                <a:lnTo>
                  <a:pt x="8661" y="45279"/>
                </a:lnTo>
                <a:cubicBezTo>
                  <a:pt x="8661" y="52466"/>
                  <a:pt x="14796" y="58575"/>
                  <a:pt x="22014" y="58575"/>
                </a:cubicBezTo>
                <a:lnTo>
                  <a:pt x="209675" y="58575"/>
                </a:lnTo>
                <a:cubicBezTo>
                  <a:pt x="216893" y="58575"/>
                  <a:pt x="222667" y="52466"/>
                  <a:pt x="222667" y="45279"/>
                </a:cubicBezTo>
                <a:lnTo>
                  <a:pt x="222667" y="21921"/>
                </a:lnTo>
                <a:cubicBezTo>
                  <a:pt x="222667" y="14734"/>
                  <a:pt x="216893" y="8625"/>
                  <a:pt x="209675" y="8625"/>
                </a:cubicBezTo>
                <a:lnTo>
                  <a:pt x="22014" y="8625"/>
                </a:lnTo>
                <a:close/>
                <a:moveTo>
                  <a:pt x="22014" y="0"/>
                </a:moveTo>
                <a:lnTo>
                  <a:pt x="209675" y="0"/>
                </a:lnTo>
                <a:cubicBezTo>
                  <a:pt x="221945" y="0"/>
                  <a:pt x="231689" y="9703"/>
                  <a:pt x="231689" y="21921"/>
                </a:cubicBezTo>
                <a:lnTo>
                  <a:pt x="231689" y="45279"/>
                </a:lnTo>
                <a:cubicBezTo>
                  <a:pt x="231689" y="52466"/>
                  <a:pt x="228080" y="58935"/>
                  <a:pt x="222667" y="62888"/>
                </a:cubicBezTo>
                <a:cubicBezTo>
                  <a:pt x="228080" y="66841"/>
                  <a:pt x="231689" y="73309"/>
                  <a:pt x="231689" y="80496"/>
                </a:cubicBezTo>
                <a:lnTo>
                  <a:pt x="231689" y="92715"/>
                </a:lnTo>
                <a:cubicBezTo>
                  <a:pt x="265612" y="104214"/>
                  <a:pt x="290152" y="135838"/>
                  <a:pt x="290152" y="173570"/>
                </a:cubicBezTo>
                <a:cubicBezTo>
                  <a:pt x="290152" y="211663"/>
                  <a:pt x="265612" y="243646"/>
                  <a:pt x="231689" y="255145"/>
                </a:cubicBezTo>
                <a:lnTo>
                  <a:pt x="231689" y="266645"/>
                </a:lnTo>
                <a:cubicBezTo>
                  <a:pt x="231689" y="278863"/>
                  <a:pt x="221945" y="288566"/>
                  <a:pt x="209675" y="288566"/>
                </a:cubicBezTo>
                <a:lnTo>
                  <a:pt x="22014" y="288566"/>
                </a:lnTo>
                <a:cubicBezTo>
                  <a:pt x="10105" y="288566"/>
                  <a:pt x="0" y="278863"/>
                  <a:pt x="0" y="266645"/>
                </a:cubicBezTo>
                <a:lnTo>
                  <a:pt x="0" y="80496"/>
                </a:lnTo>
                <a:cubicBezTo>
                  <a:pt x="0" y="73309"/>
                  <a:pt x="3609" y="66841"/>
                  <a:pt x="9022" y="62888"/>
                </a:cubicBezTo>
                <a:cubicBezTo>
                  <a:pt x="3609" y="58935"/>
                  <a:pt x="0" y="52466"/>
                  <a:pt x="0" y="45279"/>
                </a:cubicBezTo>
                <a:lnTo>
                  <a:pt x="0" y="21921"/>
                </a:lnTo>
                <a:cubicBezTo>
                  <a:pt x="0" y="9703"/>
                  <a:pt x="10105" y="0"/>
                  <a:pt x="2201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91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3443E-9784-782F-E760-E1E66F25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191;p8">
            <a:extLst>
              <a:ext uri="{FF2B5EF4-FFF2-40B4-BE49-F238E27FC236}">
                <a16:creationId xmlns:a16="http://schemas.microsoft.com/office/drawing/2014/main" id="{A6123B95-9B14-02DE-07B6-04A1B5F5748B}"/>
              </a:ext>
            </a:extLst>
          </p:cNvPr>
          <p:cNvGrpSpPr/>
          <p:nvPr/>
        </p:nvGrpSpPr>
        <p:grpSpPr>
          <a:xfrm>
            <a:off x="6074" y="5443570"/>
            <a:ext cx="5962772" cy="5219320"/>
            <a:chOff x="10893204" y="3848168"/>
            <a:chExt cx="11978288" cy="8551113"/>
          </a:xfrm>
        </p:grpSpPr>
        <p:sp>
          <p:nvSpPr>
            <p:cNvPr id="18" name="Google Shape;1192;p8">
              <a:extLst>
                <a:ext uri="{FF2B5EF4-FFF2-40B4-BE49-F238E27FC236}">
                  <a16:creationId xmlns:a16="http://schemas.microsoft.com/office/drawing/2014/main" id="{24C40D23-43E2-570A-7474-0E14BB7CCE01}"/>
                </a:ext>
              </a:extLst>
            </p:cNvPr>
            <p:cNvSpPr/>
            <p:nvPr/>
          </p:nvSpPr>
          <p:spPr>
            <a:xfrm>
              <a:off x="10893204" y="11694163"/>
              <a:ext cx="11978288" cy="705118"/>
            </a:xfrm>
            <a:custGeom>
              <a:avLst/>
              <a:gdLst/>
              <a:ahLst/>
              <a:cxnLst/>
              <a:rect l="l" t="t" r="r" b="b"/>
              <a:pathLst>
                <a:path w="9616" h="567" extrusionOk="0">
                  <a:moveTo>
                    <a:pt x="0" y="0"/>
                  </a:moveTo>
                  <a:lnTo>
                    <a:pt x="9616" y="0"/>
                  </a:lnTo>
                  <a:lnTo>
                    <a:pt x="9616" y="567"/>
                  </a:lnTo>
                  <a:lnTo>
                    <a:pt x="0" y="567"/>
                  </a:lnTo>
                  <a:close/>
                </a:path>
              </a:pathLst>
            </a:custGeom>
            <a:solidFill>
              <a:srgbClr val="3B3871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" name="Google Shape;1196;p8">
              <a:extLst>
                <a:ext uri="{FF2B5EF4-FFF2-40B4-BE49-F238E27FC236}">
                  <a16:creationId xmlns:a16="http://schemas.microsoft.com/office/drawing/2014/main" id="{7C7B92E9-8B38-5DC8-C07C-4AD6C48B6EB2}"/>
                </a:ext>
              </a:extLst>
            </p:cNvPr>
            <p:cNvSpPr/>
            <p:nvPr/>
          </p:nvSpPr>
          <p:spPr>
            <a:xfrm>
              <a:off x="12891458" y="10401031"/>
              <a:ext cx="128317" cy="206801"/>
            </a:xfrm>
            <a:custGeom>
              <a:avLst/>
              <a:gdLst/>
              <a:ahLst/>
              <a:cxnLst/>
              <a:rect l="l" t="t" r="r" b="b"/>
              <a:pathLst>
                <a:path w="104" h="167" extrusionOk="0">
                  <a:moveTo>
                    <a:pt x="0" y="116"/>
                  </a:moveTo>
                  <a:lnTo>
                    <a:pt x="11" y="106"/>
                  </a:lnTo>
                  <a:cubicBezTo>
                    <a:pt x="11" y="106"/>
                    <a:pt x="10" y="85"/>
                    <a:pt x="20" y="66"/>
                  </a:cubicBezTo>
                  <a:cubicBezTo>
                    <a:pt x="30" y="47"/>
                    <a:pt x="47" y="45"/>
                    <a:pt x="52" y="50"/>
                  </a:cubicBezTo>
                  <a:cubicBezTo>
                    <a:pt x="52" y="50"/>
                    <a:pt x="87" y="-4"/>
                    <a:pt x="97" y="0"/>
                  </a:cubicBezTo>
                  <a:cubicBezTo>
                    <a:pt x="106" y="5"/>
                    <a:pt x="96" y="35"/>
                    <a:pt x="72" y="64"/>
                  </a:cubicBezTo>
                  <a:cubicBezTo>
                    <a:pt x="72" y="64"/>
                    <a:pt x="81" y="64"/>
                    <a:pt x="82" y="73"/>
                  </a:cubicBezTo>
                  <a:cubicBezTo>
                    <a:pt x="83" y="82"/>
                    <a:pt x="86" y="86"/>
                    <a:pt x="87" y="86"/>
                  </a:cubicBezTo>
                  <a:cubicBezTo>
                    <a:pt x="88" y="87"/>
                    <a:pt x="95" y="89"/>
                    <a:pt x="96" y="95"/>
                  </a:cubicBezTo>
                  <a:cubicBezTo>
                    <a:pt x="96" y="100"/>
                    <a:pt x="95" y="106"/>
                    <a:pt x="97" y="107"/>
                  </a:cubicBezTo>
                  <a:cubicBezTo>
                    <a:pt x="100" y="109"/>
                    <a:pt x="105" y="112"/>
                    <a:pt x="104" y="118"/>
                  </a:cubicBezTo>
                  <a:cubicBezTo>
                    <a:pt x="104" y="125"/>
                    <a:pt x="96" y="143"/>
                    <a:pt x="74" y="154"/>
                  </a:cubicBezTo>
                  <a:cubicBezTo>
                    <a:pt x="53" y="167"/>
                    <a:pt x="40" y="167"/>
                    <a:pt x="40" y="1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" name="Google Shape;1201;p8">
              <a:extLst>
                <a:ext uri="{FF2B5EF4-FFF2-40B4-BE49-F238E27FC236}">
                  <a16:creationId xmlns:a16="http://schemas.microsoft.com/office/drawing/2014/main" id="{6A179E2C-03E7-46A0-AF81-EF8DE84B1CAC}"/>
                </a:ext>
              </a:extLst>
            </p:cNvPr>
            <p:cNvSpPr/>
            <p:nvPr/>
          </p:nvSpPr>
          <p:spPr>
            <a:xfrm>
              <a:off x="12932569" y="10462075"/>
              <a:ext cx="22424" cy="34882"/>
            </a:xfrm>
            <a:custGeom>
              <a:avLst/>
              <a:gdLst/>
              <a:ahLst/>
              <a:cxnLst/>
              <a:rect l="l" t="t" r="r" b="b"/>
              <a:pathLst>
                <a:path w="19" h="29" extrusionOk="0">
                  <a:moveTo>
                    <a:pt x="0" y="29"/>
                  </a:moveTo>
                  <a:lnTo>
                    <a:pt x="19" y="1"/>
                  </a:lnTo>
                  <a:cubicBezTo>
                    <a:pt x="19" y="0"/>
                    <a:pt x="18" y="0"/>
                    <a:pt x="17" y="0"/>
                  </a:cubicBezTo>
                  <a:cubicBezTo>
                    <a:pt x="12" y="10"/>
                    <a:pt x="0" y="29"/>
                    <a:pt x="0" y="29"/>
                  </a:cubicBezTo>
                  <a:close/>
                </a:path>
              </a:pathLst>
            </a:custGeom>
            <a:solidFill>
              <a:srgbClr val="3B3952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" name="Google Shape;1204;p8">
              <a:extLst>
                <a:ext uri="{FF2B5EF4-FFF2-40B4-BE49-F238E27FC236}">
                  <a16:creationId xmlns:a16="http://schemas.microsoft.com/office/drawing/2014/main" id="{32AC2437-BCF8-579E-47CB-1AD688C0BEEC}"/>
                </a:ext>
              </a:extLst>
            </p:cNvPr>
            <p:cNvSpPr/>
            <p:nvPr/>
          </p:nvSpPr>
          <p:spPr>
            <a:xfrm>
              <a:off x="12370713" y="10095812"/>
              <a:ext cx="38620" cy="39865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0" y="33"/>
                  </a:moveTo>
                  <a:cubicBezTo>
                    <a:pt x="1" y="25"/>
                    <a:pt x="5" y="17"/>
                    <a:pt x="11" y="11"/>
                  </a:cubicBezTo>
                  <a:cubicBezTo>
                    <a:pt x="13" y="8"/>
                    <a:pt x="17" y="6"/>
                    <a:pt x="20" y="4"/>
                  </a:cubicBezTo>
                  <a:cubicBezTo>
                    <a:pt x="24" y="1"/>
                    <a:pt x="28" y="1"/>
                    <a:pt x="32" y="0"/>
                  </a:cubicBezTo>
                  <a:lnTo>
                    <a:pt x="32" y="2"/>
                  </a:lnTo>
                  <a:cubicBezTo>
                    <a:pt x="29" y="3"/>
                    <a:pt x="25" y="5"/>
                    <a:pt x="22" y="7"/>
                  </a:cubicBezTo>
                  <a:cubicBezTo>
                    <a:pt x="19" y="9"/>
                    <a:pt x="17" y="12"/>
                    <a:pt x="14" y="15"/>
                  </a:cubicBezTo>
                  <a:cubicBezTo>
                    <a:pt x="12" y="17"/>
                    <a:pt x="9" y="20"/>
                    <a:pt x="8" y="23"/>
                  </a:cubicBezTo>
                  <a:cubicBezTo>
                    <a:pt x="6" y="26"/>
                    <a:pt x="4" y="30"/>
                    <a:pt x="2" y="33"/>
                  </a:cubicBezTo>
                  <a:close/>
                </a:path>
              </a:pathLst>
            </a:custGeom>
            <a:solidFill>
              <a:srgbClr val="3B3952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3" name="Google Shape;1212;p8">
              <a:extLst>
                <a:ext uri="{FF2B5EF4-FFF2-40B4-BE49-F238E27FC236}">
                  <a16:creationId xmlns:a16="http://schemas.microsoft.com/office/drawing/2014/main" id="{65C76CD0-B299-2815-3573-A1417BF5C636}"/>
                </a:ext>
              </a:extLst>
            </p:cNvPr>
            <p:cNvSpPr/>
            <p:nvPr/>
          </p:nvSpPr>
          <p:spPr>
            <a:xfrm>
              <a:off x="12846609" y="10561735"/>
              <a:ext cx="66027" cy="80976"/>
            </a:xfrm>
            <a:custGeom>
              <a:avLst/>
              <a:gdLst/>
              <a:ahLst/>
              <a:cxnLst/>
              <a:rect l="l" t="t" r="r" b="b"/>
              <a:pathLst>
                <a:path w="54" h="66" extrusionOk="0">
                  <a:moveTo>
                    <a:pt x="0" y="5"/>
                  </a:moveTo>
                  <a:lnTo>
                    <a:pt x="47" y="66"/>
                  </a:lnTo>
                  <a:cubicBezTo>
                    <a:pt x="49" y="65"/>
                    <a:pt x="52" y="63"/>
                    <a:pt x="54" y="60"/>
                  </a:cubicBezTo>
                  <a:lnTo>
                    <a:pt x="7" y="0"/>
                  </a:lnTo>
                  <a:cubicBezTo>
                    <a:pt x="5" y="2"/>
                    <a:pt x="2" y="3"/>
                    <a:pt x="0" y="5"/>
                  </a:cubicBezTo>
                  <a:close/>
                </a:path>
              </a:pathLst>
            </a:custGeom>
            <a:solidFill>
              <a:srgbClr val="E8B16F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6" name="Google Shape;1215;p8">
              <a:extLst>
                <a:ext uri="{FF2B5EF4-FFF2-40B4-BE49-F238E27FC236}">
                  <a16:creationId xmlns:a16="http://schemas.microsoft.com/office/drawing/2014/main" id="{235A0699-7221-4AC2-25DF-6041D37E8D50}"/>
                </a:ext>
              </a:extLst>
            </p:cNvPr>
            <p:cNvSpPr/>
            <p:nvPr/>
          </p:nvSpPr>
          <p:spPr>
            <a:xfrm>
              <a:off x="12051794" y="12289651"/>
              <a:ext cx="94680" cy="7475"/>
            </a:xfrm>
            <a:custGeom>
              <a:avLst/>
              <a:gdLst/>
              <a:ahLst/>
              <a:cxnLst/>
              <a:rect l="l" t="t" r="r" b="b"/>
              <a:pathLst>
                <a:path w="77" h="7" extrusionOk="0">
                  <a:moveTo>
                    <a:pt x="0" y="0"/>
                  </a:moveTo>
                  <a:cubicBezTo>
                    <a:pt x="0" y="2"/>
                    <a:pt x="0" y="5"/>
                    <a:pt x="1" y="7"/>
                  </a:cubicBezTo>
                  <a:lnTo>
                    <a:pt x="77" y="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FFCD92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7" name="Google Shape;1216;p8">
              <a:extLst>
                <a:ext uri="{FF2B5EF4-FFF2-40B4-BE49-F238E27FC236}">
                  <a16:creationId xmlns:a16="http://schemas.microsoft.com/office/drawing/2014/main" id="{FAB79E18-18F3-E972-E4E9-D1CAA550A5DC}"/>
                </a:ext>
              </a:extLst>
            </p:cNvPr>
            <p:cNvSpPr/>
            <p:nvPr/>
          </p:nvSpPr>
          <p:spPr>
            <a:xfrm>
              <a:off x="12156441" y="12289651"/>
              <a:ext cx="140774" cy="7475"/>
            </a:xfrm>
            <a:custGeom>
              <a:avLst/>
              <a:gdLst/>
              <a:ahLst/>
              <a:cxnLst/>
              <a:rect l="l" t="t" r="r" b="b"/>
              <a:pathLst>
                <a:path w="114" h="7" extrusionOk="0">
                  <a:moveTo>
                    <a:pt x="0" y="0"/>
                  </a:moveTo>
                  <a:cubicBezTo>
                    <a:pt x="4" y="4"/>
                    <a:pt x="8" y="7"/>
                    <a:pt x="11" y="7"/>
                  </a:cubicBezTo>
                  <a:lnTo>
                    <a:pt x="114" y="7"/>
                  </a:lnTo>
                  <a:cubicBezTo>
                    <a:pt x="114" y="7"/>
                    <a:pt x="114" y="5"/>
                    <a:pt x="114" y="0"/>
                  </a:cubicBezTo>
                  <a:close/>
                </a:path>
              </a:pathLst>
            </a:custGeom>
            <a:solidFill>
              <a:srgbClr val="FFCD92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8" name="Google Shape;1217;p8">
              <a:extLst>
                <a:ext uri="{FF2B5EF4-FFF2-40B4-BE49-F238E27FC236}">
                  <a16:creationId xmlns:a16="http://schemas.microsoft.com/office/drawing/2014/main" id="{97FC0F51-8D87-06B8-CEDD-5795CED8BE51}"/>
                </a:ext>
              </a:extLst>
            </p:cNvPr>
            <p:cNvSpPr/>
            <p:nvPr/>
          </p:nvSpPr>
          <p:spPr>
            <a:xfrm>
              <a:off x="12214993" y="12186251"/>
              <a:ext cx="13704" cy="18687"/>
            </a:xfrm>
            <a:custGeom>
              <a:avLst/>
              <a:gdLst/>
              <a:ahLst/>
              <a:cxnLst/>
              <a:rect l="l" t="t" r="r" b="b"/>
              <a:pathLst>
                <a:path w="12" h="16" extrusionOk="0">
                  <a:moveTo>
                    <a:pt x="1" y="16"/>
                  </a:moveTo>
                  <a:cubicBezTo>
                    <a:pt x="3" y="18"/>
                    <a:pt x="10" y="13"/>
                    <a:pt x="12" y="9"/>
                  </a:cubicBezTo>
                  <a:cubicBezTo>
                    <a:pt x="10" y="8"/>
                    <a:pt x="7" y="5"/>
                    <a:pt x="4" y="0"/>
                  </a:cubicBezTo>
                  <a:cubicBezTo>
                    <a:pt x="2" y="5"/>
                    <a:pt x="-2" y="14"/>
                    <a:pt x="1" y="16"/>
                  </a:cubicBezTo>
                  <a:close/>
                </a:path>
              </a:pathLst>
            </a:custGeom>
            <a:solidFill>
              <a:srgbClr val="FFCD92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9" name="Google Shape;1218;p8">
              <a:extLst>
                <a:ext uri="{FF2B5EF4-FFF2-40B4-BE49-F238E27FC236}">
                  <a16:creationId xmlns:a16="http://schemas.microsoft.com/office/drawing/2014/main" id="{31D51926-2D3F-554D-35FC-98312CC38BD9}"/>
                </a:ext>
              </a:extLst>
            </p:cNvPr>
            <p:cNvSpPr/>
            <p:nvPr/>
          </p:nvSpPr>
          <p:spPr>
            <a:xfrm>
              <a:off x="12228697" y="12198708"/>
              <a:ext cx="14950" cy="14949"/>
            </a:xfrm>
            <a:custGeom>
              <a:avLst/>
              <a:gdLst/>
              <a:ahLst/>
              <a:cxnLst/>
              <a:rect l="l" t="t" r="r" b="b"/>
              <a:pathLst>
                <a:path w="13" h="13" extrusionOk="0">
                  <a:moveTo>
                    <a:pt x="2" y="13"/>
                  </a:moveTo>
                  <a:cubicBezTo>
                    <a:pt x="5" y="15"/>
                    <a:pt x="10" y="9"/>
                    <a:pt x="13" y="6"/>
                  </a:cubicBezTo>
                  <a:cubicBezTo>
                    <a:pt x="9" y="4"/>
                    <a:pt x="5" y="3"/>
                    <a:pt x="2" y="0"/>
                  </a:cubicBezTo>
                  <a:cubicBezTo>
                    <a:pt x="1" y="4"/>
                    <a:pt x="-2" y="11"/>
                    <a:pt x="2" y="13"/>
                  </a:cubicBezTo>
                  <a:close/>
                </a:path>
              </a:pathLst>
            </a:custGeom>
            <a:solidFill>
              <a:srgbClr val="FFCD92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2" name="Google Shape;1221;p8">
              <a:extLst>
                <a:ext uri="{FF2B5EF4-FFF2-40B4-BE49-F238E27FC236}">
                  <a16:creationId xmlns:a16="http://schemas.microsoft.com/office/drawing/2014/main" id="{DB181BCE-811F-8564-5796-6AA2265AFB34}"/>
                </a:ext>
              </a:extLst>
            </p:cNvPr>
            <p:cNvSpPr/>
            <p:nvPr/>
          </p:nvSpPr>
          <p:spPr>
            <a:xfrm>
              <a:off x="12550111" y="12288405"/>
              <a:ext cx="159461" cy="8721"/>
            </a:xfrm>
            <a:custGeom>
              <a:avLst/>
              <a:gdLst/>
              <a:ahLst/>
              <a:cxnLst/>
              <a:rect l="l" t="t" r="r" b="b"/>
              <a:pathLst>
                <a:path w="129" h="8" extrusionOk="0">
                  <a:moveTo>
                    <a:pt x="0" y="0"/>
                  </a:moveTo>
                  <a:cubicBezTo>
                    <a:pt x="4" y="5"/>
                    <a:pt x="9" y="8"/>
                    <a:pt x="13" y="8"/>
                  </a:cubicBezTo>
                  <a:lnTo>
                    <a:pt x="127" y="8"/>
                  </a:lnTo>
                  <a:cubicBezTo>
                    <a:pt x="127" y="8"/>
                    <a:pt x="128" y="5"/>
                    <a:pt x="129" y="0"/>
                  </a:cubicBezTo>
                  <a:close/>
                </a:path>
              </a:pathLst>
            </a:custGeom>
            <a:solidFill>
              <a:srgbClr val="FFCD92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3" name="Google Shape;1222;p8">
              <a:extLst>
                <a:ext uri="{FF2B5EF4-FFF2-40B4-BE49-F238E27FC236}">
                  <a16:creationId xmlns:a16="http://schemas.microsoft.com/office/drawing/2014/main" id="{BB981253-067A-C2A7-C889-1DF972364622}"/>
                </a:ext>
              </a:extLst>
            </p:cNvPr>
            <p:cNvSpPr/>
            <p:nvPr/>
          </p:nvSpPr>
          <p:spPr>
            <a:xfrm>
              <a:off x="12583747" y="12161335"/>
              <a:ext cx="62290" cy="47340"/>
            </a:xfrm>
            <a:custGeom>
              <a:avLst/>
              <a:gdLst/>
              <a:ahLst/>
              <a:cxnLst/>
              <a:rect l="l" t="t" r="r" b="b"/>
              <a:pathLst>
                <a:path w="51" h="39" extrusionOk="0">
                  <a:moveTo>
                    <a:pt x="1" y="32"/>
                  </a:moveTo>
                  <a:cubicBezTo>
                    <a:pt x="7" y="38"/>
                    <a:pt x="25" y="14"/>
                    <a:pt x="25" y="14"/>
                  </a:cubicBezTo>
                  <a:cubicBezTo>
                    <a:pt x="25" y="14"/>
                    <a:pt x="12" y="36"/>
                    <a:pt x="18" y="39"/>
                  </a:cubicBezTo>
                  <a:cubicBezTo>
                    <a:pt x="25" y="41"/>
                    <a:pt x="37" y="18"/>
                    <a:pt x="37" y="18"/>
                  </a:cubicBezTo>
                  <a:cubicBezTo>
                    <a:pt x="37" y="18"/>
                    <a:pt x="30" y="36"/>
                    <a:pt x="35" y="37"/>
                  </a:cubicBezTo>
                  <a:cubicBezTo>
                    <a:pt x="39" y="37"/>
                    <a:pt x="46" y="26"/>
                    <a:pt x="51" y="18"/>
                  </a:cubicBezTo>
                  <a:cubicBezTo>
                    <a:pt x="39" y="15"/>
                    <a:pt x="26" y="10"/>
                    <a:pt x="15" y="0"/>
                  </a:cubicBezTo>
                  <a:cubicBezTo>
                    <a:pt x="10" y="8"/>
                    <a:pt x="-4" y="27"/>
                    <a:pt x="1" y="32"/>
                  </a:cubicBezTo>
                  <a:close/>
                </a:path>
              </a:pathLst>
            </a:custGeom>
            <a:solidFill>
              <a:srgbClr val="FFCD92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4" name="Google Shape;1223;p8">
              <a:extLst>
                <a:ext uri="{FF2B5EF4-FFF2-40B4-BE49-F238E27FC236}">
                  <a16:creationId xmlns:a16="http://schemas.microsoft.com/office/drawing/2014/main" id="{C5ADA342-828C-EF6B-044B-E402F2FEC907}"/>
                </a:ext>
              </a:extLst>
            </p:cNvPr>
            <p:cNvSpPr/>
            <p:nvPr/>
          </p:nvSpPr>
          <p:spPr>
            <a:xfrm>
              <a:off x="19041928" y="4091097"/>
              <a:ext cx="2228721" cy="696397"/>
            </a:xfrm>
            <a:custGeom>
              <a:avLst/>
              <a:gdLst/>
              <a:ahLst/>
              <a:cxnLst/>
              <a:rect l="l" t="t" r="r" b="b"/>
              <a:pathLst>
                <a:path w="1790" h="560" extrusionOk="0">
                  <a:moveTo>
                    <a:pt x="0" y="560"/>
                  </a:moveTo>
                  <a:lnTo>
                    <a:pt x="1786" y="560"/>
                  </a:lnTo>
                  <a:cubicBezTo>
                    <a:pt x="1786" y="560"/>
                    <a:pt x="1810" y="468"/>
                    <a:pt x="1734" y="402"/>
                  </a:cubicBezTo>
                  <a:cubicBezTo>
                    <a:pt x="1659" y="337"/>
                    <a:pt x="1532" y="388"/>
                    <a:pt x="1532" y="388"/>
                  </a:cubicBezTo>
                  <a:cubicBezTo>
                    <a:pt x="1532" y="388"/>
                    <a:pt x="1439" y="-16"/>
                    <a:pt x="949" y="0"/>
                  </a:cubicBezTo>
                  <a:cubicBezTo>
                    <a:pt x="461" y="17"/>
                    <a:pt x="461" y="346"/>
                    <a:pt x="461" y="346"/>
                  </a:cubicBezTo>
                  <a:cubicBezTo>
                    <a:pt x="461" y="346"/>
                    <a:pt x="347" y="236"/>
                    <a:pt x="193" y="280"/>
                  </a:cubicBezTo>
                  <a:cubicBezTo>
                    <a:pt x="6" y="334"/>
                    <a:pt x="0" y="560"/>
                    <a:pt x="0" y="560"/>
                  </a:cubicBezTo>
                  <a:close/>
                </a:path>
              </a:pathLst>
            </a:custGeom>
            <a:solidFill>
              <a:srgbClr val="AEAAF7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5" name="Google Shape;1224;p8">
              <a:extLst>
                <a:ext uri="{FF2B5EF4-FFF2-40B4-BE49-F238E27FC236}">
                  <a16:creationId xmlns:a16="http://schemas.microsoft.com/office/drawing/2014/main" id="{3C929C7F-8561-19DB-90ED-32BDC80E6EFF}"/>
                </a:ext>
              </a:extLst>
            </p:cNvPr>
            <p:cNvSpPr/>
            <p:nvPr/>
          </p:nvSpPr>
          <p:spPr>
            <a:xfrm>
              <a:off x="14553344" y="3848168"/>
              <a:ext cx="2485355" cy="732525"/>
            </a:xfrm>
            <a:custGeom>
              <a:avLst/>
              <a:gdLst/>
              <a:ahLst/>
              <a:cxnLst/>
              <a:rect l="l" t="t" r="r" b="b"/>
              <a:pathLst>
                <a:path w="1996" h="589" extrusionOk="0">
                  <a:moveTo>
                    <a:pt x="1996" y="589"/>
                  </a:moveTo>
                  <a:lnTo>
                    <a:pt x="0" y="589"/>
                  </a:lnTo>
                  <a:cubicBezTo>
                    <a:pt x="0" y="589"/>
                    <a:pt x="71" y="380"/>
                    <a:pt x="266" y="316"/>
                  </a:cubicBezTo>
                  <a:cubicBezTo>
                    <a:pt x="462" y="253"/>
                    <a:pt x="588" y="373"/>
                    <a:pt x="588" y="373"/>
                  </a:cubicBezTo>
                  <a:cubicBezTo>
                    <a:pt x="588" y="373"/>
                    <a:pt x="605" y="60"/>
                    <a:pt x="1035" y="6"/>
                  </a:cubicBezTo>
                  <a:cubicBezTo>
                    <a:pt x="1465" y="-48"/>
                    <a:pt x="1707" y="300"/>
                    <a:pt x="1728" y="417"/>
                  </a:cubicBezTo>
                  <a:cubicBezTo>
                    <a:pt x="1728" y="417"/>
                    <a:pt x="1968" y="361"/>
                    <a:pt x="1996" y="589"/>
                  </a:cubicBezTo>
                  <a:close/>
                </a:path>
              </a:pathLst>
            </a:custGeom>
            <a:solidFill>
              <a:srgbClr val="3B3871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" name="Google Shape;1225;p8">
              <a:extLst>
                <a:ext uri="{FF2B5EF4-FFF2-40B4-BE49-F238E27FC236}">
                  <a16:creationId xmlns:a16="http://schemas.microsoft.com/office/drawing/2014/main" id="{764FDF6A-532A-3BEF-87DE-8B818F3A6A1E}"/>
                </a:ext>
              </a:extLst>
            </p:cNvPr>
            <p:cNvSpPr/>
            <p:nvPr/>
          </p:nvSpPr>
          <p:spPr>
            <a:xfrm>
              <a:off x="12370713" y="4200727"/>
              <a:ext cx="3614038" cy="1270707"/>
            </a:xfrm>
            <a:custGeom>
              <a:avLst/>
              <a:gdLst/>
              <a:ahLst/>
              <a:cxnLst/>
              <a:rect l="l" t="t" r="r" b="b"/>
              <a:pathLst>
                <a:path w="2902" h="1021" extrusionOk="0">
                  <a:moveTo>
                    <a:pt x="0" y="1021"/>
                  </a:moveTo>
                  <a:lnTo>
                    <a:pt x="2902" y="1021"/>
                  </a:lnTo>
                  <a:cubicBezTo>
                    <a:pt x="2902" y="1021"/>
                    <a:pt x="2896" y="624"/>
                    <a:pt x="2488" y="699"/>
                  </a:cubicBezTo>
                  <a:cubicBezTo>
                    <a:pt x="2488" y="699"/>
                    <a:pt x="2291" y="3"/>
                    <a:pt x="1598" y="0"/>
                  </a:cubicBezTo>
                  <a:cubicBezTo>
                    <a:pt x="906" y="-3"/>
                    <a:pt x="756" y="495"/>
                    <a:pt x="762" y="624"/>
                  </a:cubicBezTo>
                  <a:cubicBezTo>
                    <a:pt x="762" y="624"/>
                    <a:pt x="571" y="392"/>
                    <a:pt x="295" y="510"/>
                  </a:cubicBezTo>
                  <a:cubicBezTo>
                    <a:pt x="6" y="635"/>
                    <a:pt x="-3" y="927"/>
                    <a:pt x="0" y="1021"/>
                  </a:cubicBezTo>
                  <a:close/>
                </a:path>
              </a:pathLst>
            </a:custGeom>
            <a:solidFill>
              <a:srgbClr val="FFCD92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" name="Google Shape;1226;p8">
              <a:extLst>
                <a:ext uri="{FF2B5EF4-FFF2-40B4-BE49-F238E27FC236}">
                  <a16:creationId xmlns:a16="http://schemas.microsoft.com/office/drawing/2014/main" id="{71BCA9C4-CBD1-ACA6-74A4-A8B868A649DD}"/>
                </a:ext>
              </a:extLst>
            </p:cNvPr>
            <p:cNvSpPr/>
            <p:nvPr/>
          </p:nvSpPr>
          <p:spPr>
            <a:xfrm>
              <a:off x="19424390" y="4662912"/>
              <a:ext cx="3012321" cy="949293"/>
            </a:xfrm>
            <a:custGeom>
              <a:avLst/>
              <a:gdLst/>
              <a:ahLst/>
              <a:cxnLst/>
              <a:rect l="l" t="t" r="r" b="b"/>
              <a:pathLst>
                <a:path w="2419" h="763" extrusionOk="0">
                  <a:moveTo>
                    <a:pt x="2419" y="763"/>
                  </a:moveTo>
                  <a:lnTo>
                    <a:pt x="0" y="763"/>
                  </a:lnTo>
                  <a:cubicBezTo>
                    <a:pt x="0" y="763"/>
                    <a:pt x="28" y="456"/>
                    <a:pt x="254" y="390"/>
                  </a:cubicBezTo>
                  <a:cubicBezTo>
                    <a:pt x="480" y="325"/>
                    <a:pt x="642" y="474"/>
                    <a:pt x="642" y="474"/>
                  </a:cubicBezTo>
                  <a:cubicBezTo>
                    <a:pt x="642" y="474"/>
                    <a:pt x="661" y="76"/>
                    <a:pt x="1180" y="8"/>
                  </a:cubicBezTo>
                  <a:cubicBezTo>
                    <a:pt x="1700" y="-60"/>
                    <a:pt x="2041" y="323"/>
                    <a:pt x="2081" y="523"/>
                  </a:cubicBezTo>
                  <a:cubicBezTo>
                    <a:pt x="2081" y="523"/>
                    <a:pt x="2384" y="454"/>
                    <a:pt x="2419" y="763"/>
                  </a:cubicBezTo>
                  <a:close/>
                </a:path>
              </a:pathLst>
            </a:custGeom>
            <a:solidFill>
              <a:srgbClr val="4C4990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" name="Google Shape;1227;p8">
              <a:extLst>
                <a:ext uri="{FF2B5EF4-FFF2-40B4-BE49-F238E27FC236}">
                  <a16:creationId xmlns:a16="http://schemas.microsoft.com/office/drawing/2014/main" id="{DA69911F-51A9-9135-3FD0-7E72BFED4439}"/>
                </a:ext>
              </a:extLst>
            </p:cNvPr>
            <p:cNvSpPr/>
            <p:nvPr/>
          </p:nvSpPr>
          <p:spPr>
            <a:xfrm>
              <a:off x="15125162" y="5802815"/>
              <a:ext cx="4427544" cy="5999732"/>
            </a:xfrm>
            <a:custGeom>
              <a:avLst/>
              <a:gdLst/>
              <a:ahLst/>
              <a:cxnLst/>
              <a:rect l="l" t="t" r="r" b="b"/>
              <a:pathLst>
                <a:path w="3555" h="4817" extrusionOk="0">
                  <a:moveTo>
                    <a:pt x="3388" y="4817"/>
                  </a:moveTo>
                  <a:lnTo>
                    <a:pt x="167" y="4817"/>
                  </a:lnTo>
                  <a:cubicBezTo>
                    <a:pt x="75" y="4817"/>
                    <a:pt x="0" y="4742"/>
                    <a:pt x="0" y="4650"/>
                  </a:cubicBezTo>
                  <a:lnTo>
                    <a:pt x="0" y="167"/>
                  </a:lnTo>
                  <a:cubicBezTo>
                    <a:pt x="0" y="75"/>
                    <a:pt x="75" y="0"/>
                    <a:pt x="167" y="0"/>
                  </a:cubicBezTo>
                  <a:lnTo>
                    <a:pt x="3388" y="0"/>
                  </a:lnTo>
                  <a:cubicBezTo>
                    <a:pt x="3481" y="0"/>
                    <a:pt x="3555" y="75"/>
                    <a:pt x="3555" y="167"/>
                  </a:cubicBezTo>
                  <a:lnTo>
                    <a:pt x="3555" y="4650"/>
                  </a:lnTo>
                  <a:cubicBezTo>
                    <a:pt x="3555" y="4742"/>
                    <a:pt x="3481" y="4817"/>
                    <a:pt x="3388" y="48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" name="Google Shape;1228;p8">
              <a:extLst>
                <a:ext uri="{FF2B5EF4-FFF2-40B4-BE49-F238E27FC236}">
                  <a16:creationId xmlns:a16="http://schemas.microsoft.com/office/drawing/2014/main" id="{16D56FF2-E85C-5255-E290-AC56C6EBBA36}"/>
                </a:ext>
              </a:extLst>
            </p:cNvPr>
            <p:cNvSpPr/>
            <p:nvPr/>
          </p:nvSpPr>
          <p:spPr>
            <a:xfrm>
              <a:off x="15532536" y="6212680"/>
              <a:ext cx="3614038" cy="4958250"/>
            </a:xfrm>
            <a:custGeom>
              <a:avLst/>
              <a:gdLst/>
              <a:ahLst/>
              <a:cxnLst/>
              <a:rect l="l" t="t" r="r" b="b"/>
              <a:pathLst>
                <a:path w="2902" h="3981" extrusionOk="0">
                  <a:moveTo>
                    <a:pt x="2902" y="3981"/>
                  </a:moveTo>
                  <a:lnTo>
                    <a:pt x="0" y="3981"/>
                  </a:lnTo>
                  <a:lnTo>
                    <a:pt x="0" y="0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" name="Google Shape;1229;p8">
              <a:extLst>
                <a:ext uri="{FF2B5EF4-FFF2-40B4-BE49-F238E27FC236}">
                  <a16:creationId xmlns:a16="http://schemas.microsoft.com/office/drawing/2014/main" id="{B05C8E93-07A8-986F-C943-9185A256C5F0}"/>
                </a:ext>
              </a:extLst>
            </p:cNvPr>
            <p:cNvSpPr/>
            <p:nvPr/>
          </p:nvSpPr>
          <p:spPr>
            <a:xfrm>
              <a:off x="17143345" y="11288035"/>
              <a:ext cx="392424" cy="392424"/>
            </a:xfrm>
            <a:custGeom>
              <a:avLst/>
              <a:gdLst/>
              <a:ahLst/>
              <a:cxnLst/>
              <a:rect l="l" t="t" r="r" b="b"/>
              <a:pathLst>
                <a:path w="316" h="316" extrusionOk="0">
                  <a:moveTo>
                    <a:pt x="316" y="158"/>
                  </a:moveTo>
                  <a:cubicBezTo>
                    <a:pt x="316" y="71"/>
                    <a:pt x="245" y="0"/>
                    <a:pt x="158" y="0"/>
                  </a:cubicBezTo>
                  <a:cubicBezTo>
                    <a:pt x="70" y="0"/>
                    <a:pt x="0" y="71"/>
                    <a:pt x="0" y="158"/>
                  </a:cubicBezTo>
                  <a:cubicBezTo>
                    <a:pt x="0" y="245"/>
                    <a:pt x="70" y="316"/>
                    <a:pt x="158" y="316"/>
                  </a:cubicBezTo>
                  <a:cubicBezTo>
                    <a:pt x="245" y="316"/>
                    <a:pt x="316" y="245"/>
                    <a:pt x="316" y="158"/>
                  </a:cubicBezTo>
                  <a:close/>
                </a:path>
              </a:pathLst>
            </a:custGeom>
            <a:solidFill>
              <a:srgbClr val="FD9798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" name="Google Shape;1230;p8">
              <a:extLst>
                <a:ext uri="{FF2B5EF4-FFF2-40B4-BE49-F238E27FC236}">
                  <a16:creationId xmlns:a16="http://schemas.microsoft.com/office/drawing/2014/main" id="{4B5F8B04-1653-15C7-BA2E-C73D2156AD85}"/>
                </a:ext>
              </a:extLst>
            </p:cNvPr>
            <p:cNvSpPr/>
            <p:nvPr/>
          </p:nvSpPr>
          <p:spPr>
            <a:xfrm>
              <a:off x="15719405" y="6453118"/>
              <a:ext cx="1283167" cy="909425"/>
            </a:xfrm>
            <a:custGeom>
              <a:avLst/>
              <a:gdLst/>
              <a:ahLst/>
              <a:cxnLst/>
              <a:rect l="l" t="t" r="r" b="b"/>
              <a:pathLst>
                <a:path w="1283167" h="909425" extrusionOk="0">
                  <a:moveTo>
                    <a:pt x="632239" y="733768"/>
                  </a:moveTo>
                  <a:cubicBezTo>
                    <a:pt x="680483" y="733768"/>
                    <a:pt x="720068" y="773353"/>
                    <a:pt x="720068" y="821597"/>
                  </a:cubicBezTo>
                  <a:cubicBezTo>
                    <a:pt x="720068" y="869841"/>
                    <a:pt x="680483" y="909425"/>
                    <a:pt x="632239" y="909425"/>
                  </a:cubicBezTo>
                  <a:cubicBezTo>
                    <a:pt x="583996" y="909425"/>
                    <a:pt x="544411" y="869841"/>
                    <a:pt x="544411" y="821597"/>
                  </a:cubicBezTo>
                  <a:cubicBezTo>
                    <a:pt x="544411" y="773353"/>
                    <a:pt x="583996" y="733768"/>
                    <a:pt x="632239" y="733768"/>
                  </a:cubicBezTo>
                  <a:close/>
                  <a:moveTo>
                    <a:pt x="632259" y="541919"/>
                  </a:moveTo>
                  <a:cubicBezTo>
                    <a:pt x="736634" y="541919"/>
                    <a:pt x="831069" y="597582"/>
                    <a:pt x="879529" y="689117"/>
                  </a:cubicBezTo>
                  <a:lnTo>
                    <a:pt x="829826" y="716330"/>
                  </a:lnTo>
                  <a:cubicBezTo>
                    <a:pt x="790064" y="643350"/>
                    <a:pt x="715510" y="597582"/>
                    <a:pt x="632259" y="597582"/>
                  </a:cubicBezTo>
                  <a:cubicBezTo>
                    <a:pt x="558947" y="597582"/>
                    <a:pt x="489364" y="634691"/>
                    <a:pt x="448359" y="696539"/>
                  </a:cubicBezTo>
                  <a:lnTo>
                    <a:pt x="399899" y="664378"/>
                  </a:lnTo>
                  <a:cubicBezTo>
                    <a:pt x="452087" y="587687"/>
                    <a:pt x="540309" y="541919"/>
                    <a:pt x="632259" y="541919"/>
                  </a:cubicBezTo>
                  <a:close/>
                  <a:moveTo>
                    <a:pt x="632253" y="277811"/>
                  </a:moveTo>
                  <a:cubicBezTo>
                    <a:pt x="808902" y="277811"/>
                    <a:pt x="974355" y="362121"/>
                    <a:pt x="1076363" y="504705"/>
                  </a:cubicBezTo>
                  <a:lnTo>
                    <a:pt x="1030336" y="538181"/>
                  </a:lnTo>
                  <a:cubicBezTo>
                    <a:pt x="938279" y="410475"/>
                    <a:pt x="790242" y="334844"/>
                    <a:pt x="632253" y="334844"/>
                  </a:cubicBezTo>
                  <a:cubicBezTo>
                    <a:pt x="484217" y="334844"/>
                    <a:pt x="344888" y="400557"/>
                    <a:pt x="252831" y="515863"/>
                  </a:cubicBezTo>
                  <a:lnTo>
                    <a:pt x="208047" y="481147"/>
                  </a:lnTo>
                  <a:cubicBezTo>
                    <a:pt x="311300" y="352202"/>
                    <a:pt x="466800" y="277811"/>
                    <a:pt x="632253" y="277811"/>
                  </a:cubicBezTo>
                  <a:close/>
                  <a:moveTo>
                    <a:pt x="632249" y="0"/>
                  </a:moveTo>
                  <a:cubicBezTo>
                    <a:pt x="888633" y="0"/>
                    <a:pt x="1125103" y="115450"/>
                    <a:pt x="1283167" y="317799"/>
                  </a:cubicBezTo>
                  <a:lnTo>
                    <a:pt x="1237117" y="352559"/>
                  </a:lnTo>
                  <a:cubicBezTo>
                    <a:pt x="1090255" y="165107"/>
                    <a:pt x="871209" y="57104"/>
                    <a:pt x="632249" y="57104"/>
                  </a:cubicBezTo>
                  <a:cubicBezTo>
                    <a:pt x="404490" y="57104"/>
                    <a:pt x="189177" y="157658"/>
                    <a:pt x="44805" y="332696"/>
                  </a:cubicBezTo>
                  <a:lnTo>
                    <a:pt x="0" y="295454"/>
                  </a:lnTo>
                  <a:cubicBezTo>
                    <a:pt x="156818" y="108002"/>
                    <a:pt x="387066" y="0"/>
                    <a:pt x="632249" y="0"/>
                  </a:cubicBezTo>
                  <a:close/>
                </a:path>
              </a:pathLst>
            </a:custGeom>
            <a:solidFill>
              <a:srgbClr val="90D4D7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" name="Google Shape;1231;p8">
              <a:extLst>
                <a:ext uri="{FF2B5EF4-FFF2-40B4-BE49-F238E27FC236}">
                  <a16:creationId xmlns:a16="http://schemas.microsoft.com/office/drawing/2014/main" id="{D9465DB6-17CF-078C-710B-59C9DDAC4534}"/>
                </a:ext>
              </a:extLst>
            </p:cNvPr>
            <p:cNvSpPr/>
            <p:nvPr/>
          </p:nvSpPr>
          <p:spPr>
            <a:xfrm>
              <a:off x="14691627" y="4822377"/>
              <a:ext cx="2490338" cy="2363267"/>
            </a:xfrm>
            <a:custGeom>
              <a:avLst/>
              <a:gdLst/>
              <a:ahLst/>
              <a:cxnLst/>
              <a:rect l="l" t="t" r="r" b="b"/>
              <a:pathLst>
                <a:path w="2000" h="1898" extrusionOk="0">
                  <a:moveTo>
                    <a:pt x="348" y="1898"/>
                  </a:moveTo>
                  <a:lnTo>
                    <a:pt x="348" y="938"/>
                  </a:lnTo>
                  <a:cubicBezTo>
                    <a:pt x="348" y="855"/>
                    <a:pt x="415" y="787"/>
                    <a:pt x="499" y="787"/>
                  </a:cubicBezTo>
                  <a:lnTo>
                    <a:pt x="700" y="787"/>
                  </a:lnTo>
                  <a:cubicBezTo>
                    <a:pt x="793" y="670"/>
                    <a:pt x="935" y="594"/>
                    <a:pt x="1096" y="594"/>
                  </a:cubicBezTo>
                  <a:cubicBezTo>
                    <a:pt x="1256" y="594"/>
                    <a:pt x="1399" y="670"/>
                    <a:pt x="1491" y="787"/>
                  </a:cubicBezTo>
                  <a:lnTo>
                    <a:pt x="2000" y="787"/>
                  </a:lnTo>
                  <a:cubicBezTo>
                    <a:pt x="1971" y="703"/>
                    <a:pt x="1931" y="625"/>
                    <a:pt x="1882" y="553"/>
                  </a:cubicBezTo>
                  <a:lnTo>
                    <a:pt x="1993" y="443"/>
                  </a:lnTo>
                  <a:lnTo>
                    <a:pt x="1749" y="199"/>
                  </a:lnTo>
                  <a:lnTo>
                    <a:pt x="1638" y="310"/>
                  </a:lnTo>
                  <a:cubicBezTo>
                    <a:pt x="1529" y="234"/>
                    <a:pt x="1404" y="181"/>
                    <a:pt x="1268" y="156"/>
                  </a:cubicBezTo>
                  <a:lnTo>
                    <a:pt x="1268" y="0"/>
                  </a:lnTo>
                  <a:lnTo>
                    <a:pt x="924" y="0"/>
                  </a:lnTo>
                  <a:lnTo>
                    <a:pt x="924" y="156"/>
                  </a:lnTo>
                  <a:cubicBezTo>
                    <a:pt x="788" y="181"/>
                    <a:pt x="662" y="234"/>
                    <a:pt x="553" y="310"/>
                  </a:cubicBezTo>
                  <a:lnTo>
                    <a:pt x="442" y="199"/>
                  </a:lnTo>
                  <a:lnTo>
                    <a:pt x="199" y="443"/>
                  </a:lnTo>
                  <a:lnTo>
                    <a:pt x="310" y="553"/>
                  </a:lnTo>
                  <a:cubicBezTo>
                    <a:pt x="234" y="663"/>
                    <a:pt x="180" y="788"/>
                    <a:pt x="156" y="924"/>
                  </a:cubicBezTo>
                  <a:lnTo>
                    <a:pt x="0" y="924"/>
                  </a:lnTo>
                  <a:lnTo>
                    <a:pt x="0" y="1268"/>
                  </a:lnTo>
                  <a:lnTo>
                    <a:pt x="156" y="1268"/>
                  </a:lnTo>
                  <a:cubicBezTo>
                    <a:pt x="180" y="1404"/>
                    <a:pt x="234" y="1530"/>
                    <a:pt x="310" y="1639"/>
                  </a:cubicBezTo>
                  <a:lnTo>
                    <a:pt x="199" y="1749"/>
                  </a:lnTo>
                  <a:close/>
                </a:path>
              </a:pathLst>
            </a:custGeom>
            <a:solidFill>
              <a:srgbClr val="4C4990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" name="Google Shape;1232;p8">
              <a:extLst>
                <a:ext uri="{FF2B5EF4-FFF2-40B4-BE49-F238E27FC236}">
                  <a16:creationId xmlns:a16="http://schemas.microsoft.com/office/drawing/2014/main" id="{4BFB841B-90D2-3392-EB91-351C2CD16A9D}"/>
                </a:ext>
              </a:extLst>
            </p:cNvPr>
            <p:cNvSpPr/>
            <p:nvPr/>
          </p:nvSpPr>
          <p:spPr>
            <a:xfrm>
              <a:off x="13463276" y="9472917"/>
              <a:ext cx="266599" cy="675219"/>
            </a:xfrm>
            <a:custGeom>
              <a:avLst/>
              <a:gdLst/>
              <a:ahLst/>
              <a:cxnLst/>
              <a:rect l="l" t="t" r="r" b="b"/>
              <a:pathLst>
                <a:path w="215" h="543" extrusionOk="0">
                  <a:moveTo>
                    <a:pt x="73" y="0"/>
                  </a:moveTo>
                  <a:lnTo>
                    <a:pt x="212" y="276"/>
                  </a:lnTo>
                  <a:cubicBezTo>
                    <a:pt x="216" y="283"/>
                    <a:pt x="216" y="290"/>
                    <a:pt x="214" y="297"/>
                  </a:cubicBezTo>
                  <a:lnTo>
                    <a:pt x="128" y="534"/>
                  </a:lnTo>
                  <a:cubicBezTo>
                    <a:pt x="126" y="541"/>
                    <a:pt x="118" y="544"/>
                    <a:pt x="111" y="542"/>
                  </a:cubicBezTo>
                  <a:lnTo>
                    <a:pt x="94" y="535"/>
                  </a:lnTo>
                  <a:cubicBezTo>
                    <a:pt x="88" y="533"/>
                    <a:pt x="84" y="526"/>
                    <a:pt x="86" y="519"/>
                  </a:cubicBezTo>
                  <a:lnTo>
                    <a:pt x="146" y="305"/>
                  </a:lnTo>
                  <a:cubicBezTo>
                    <a:pt x="148" y="298"/>
                    <a:pt x="147" y="291"/>
                    <a:pt x="144" y="2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92B3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" name="Google Shape;1233;p8">
              <a:extLst>
                <a:ext uri="{FF2B5EF4-FFF2-40B4-BE49-F238E27FC236}">
                  <a16:creationId xmlns:a16="http://schemas.microsoft.com/office/drawing/2014/main" id="{5D04DD21-B3BD-C4AA-BA78-5561469AAB85}"/>
                </a:ext>
              </a:extLst>
            </p:cNvPr>
            <p:cNvSpPr/>
            <p:nvPr/>
          </p:nvSpPr>
          <p:spPr>
            <a:xfrm>
              <a:off x="13570414" y="9835442"/>
              <a:ext cx="160707" cy="312694"/>
            </a:xfrm>
            <a:custGeom>
              <a:avLst/>
              <a:gdLst/>
              <a:ahLst/>
              <a:cxnLst/>
              <a:rect l="l" t="t" r="r" b="b"/>
              <a:pathLst>
                <a:path w="130" h="252" extrusionOk="0">
                  <a:moveTo>
                    <a:pt x="77" y="0"/>
                  </a:moveTo>
                  <a:cubicBezTo>
                    <a:pt x="69" y="0"/>
                    <a:pt x="63" y="5"/>
                    <a:pt x="61" y="13"/>
                  </a:cubicBezTo>
                  <a:lnTo>
                    <a:pt x="61" y="14"/>
                  </a:lnTo>
                  <a:lnTo>
                    <a:pt x="1" y="228"/>
                  </a:lnTo>
                  <a:cubicBezTo>
                    <a:pt x="-1" y="235"/>
                    <a:pt x="3" y="242"/>
                    <a:pt x="9" y="244"/>
                  </a:cubicBezTo>
                  <a:lnTo>
                    <a:pt x="26" y="251"/>
                  </a:lnTo>
                  <a:cubicBezTo>
                    <a:pt x="33" y="253"/>
                    <a:pt x="41" y="250"/>
                    <a:pt x="43" y="243"/>
                  </a:cubicBezTo>
                  <a:lnTo>
                    <a:pt x="129" y="6"/>
                  </a:lnTo>
                  <a:cubicBezTo>
                    <a:pt x="129" y="4"/>
                    <a:pt x="130" y="3"/>
                    <a:pt x="130" y="0"/>
                  </a:cubicBezTo>
                  <a:close/>
                </a:path>
              </a:pathLst>
            </a:custGeom>
            <a:solidFill>
              <a:srgbClr val="3B3871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" name="Google Shape;1234;p8">
              <a:extLst>
                <a:ext uri="{FF2B5EF4-FFF2-40B4-BE49-F238E27FC236}">
                  <a16:creationId xmlns:a16="http://schemas.microsoft.com/office/drawing/2014/main" id="{8F9C8770-37F3-3409-5FC8-6D55FAF1CC87}"/>
                </a:ext>
              </a:extLst>
            </p:cNvPr>
            <p:cNvSpPr/>
            <p:nvPr/>
          </p:nvSpPr>
          <p:spPr>
            <a:xfrm>
              <a:off x="15852705" y="9180155"/>
              <a:ext cx="2926361" cy="1243300"/>
            </a:xfrm>
            <a:custGeom>
              <a:avLst/>
              <a:gdLst/>
              <a:ahLst/>
              <a:cxnLst/>
              <a:rect l="l" t="t" r="r" b="b"/>
              <a:pathLst>
                <a:path w="2926361" h="1243300" extrusionOk="0">
                  <a:moveTo>
                    <a:pt x="0" y="1065152"/>
                  </a:moveTo>
                  <a:lnTo>
                    <a:pt x="2926361" y="1065152"/>
                  </a:lnTo>
                  <a:lnTo>
                    <a:pt x="2926361" y="1243300"/>
                  </a:lnTo>
                  <a:lnTo>
                    <a:pt x="0" y="1243300"/>
                  </a:lnTo>
                  <a:close/>
                  <a:moveTo>
                    <a:pt x="0" y="355051"/>
                  </a:moveTo>
                  <a:lnTo>
                    <a:pt x="2926361" y="355051"/>
                  </a:lnTo>
                  <a:lnTo>
                    <a:pt x="2926361" y="533199"/>
                  </a:lnTo>
                  <a:lnTo>
                    <a:pt x="0" y="533199"/>
                  </a:lnTo>
                  <a:close/>
                  <a:moveTo>
                    <a:pt x="0" y="0"/>
                  </a:moveTo>
                  <a:lnTo>
                    <a:pt x="2926361" y="0"/>
                  </a:lnTo>
                  <a:lnTo>
                    <a:pt x="2926361" y="178148"/>
                  </a:lnTo>
                  <a:lnTo>
                    <a:pt x="0" y="17814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" name="Google Shape;1235;p8">
              <a:extLst>
                <a:ext uri="{FF2B5EF4-FFF2-40B4-BE49-F238E27FC236}">
                  <a16:creationId xmlns:a16="http://schemas.microsoft.com/office/drawing/2014/main" id="{CE7570D6-ED28-095B-876D-667AA2FB8990}"/>
                </a:ext>
              </a:extLst>
            </p:cNvPr>
            <p:cNvSpPr/>
            <p:nvPr/>
          </p:nvSpPr>
          <p:spPr>
            <a:xfrm>
              <a:off x="13001087" y="9890257"/>
              <a:ext cx="2926361" cy="178148"/>
            </a:xfrm>
            <a:custGeom>
              <a:avLst/>
              <a:gdLst/>
              <a:ahLst/>
              <a:cxnLst/>
              <a:rect l="l" t="t" r="r" b="b"/>
              <a:pathLst>
                <a:path w="2350" h="144" extrusionOk="0">
                  <a:moveTo>
                    <a:pt x="2350" y="144"/>
                  </a:moveTo>
                  <a:lnTo>
                    <a:pt x="0" y="144"/>
                  </a:lnTo>
                  <a:lnTo>
                    <a:pt x="0" y="0"/>
                  </a:lnTo>
                  <a:lnTo>
                    <a:pt x="235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" name="Google Shape;1236;p8">
              <a:extLst>
                <a:ext uri="{FF2B5EF4-FFF2-40B4-BE49-F238E27FC236}">
                  <a16:creationId xmlns:a16="http://schemas.microsoft.com/office/drawing/2014/main" id="{0303ED0C-7F77-2F87-5FEA-A7D51D1D08F8}"/>
                </a:ext>
              </a:extLst>
            </p:cNvPr>
            <p:cNvSpPr/>
            <p:nvPr/>
          </p:nvSpPr>
          <p:spPr>
            <a:xfrm>
              <a:off x="12969943" y="9472917"/>
              <a:ext cx="266599" cy="675219"/>
            </a:xfrm>
            <a:custGeom>
              <a:avLst/>
              <a:gdLst/>
              <a:ahLst/>
              <a:cxnLst/>
              <a:rect l="l" t="t" r="r" b="b"/>
              <a:pathLst>
                <a:path w="215" h="543" extrusionOk="0">
                  <a:moveTo>
                    <a:pt x="142" y="0"/>
                  </a:moveTo>
                  <a:lnTo>
                    <a:pt x="2" y="276"/>
                  </a:lnTo>
                  <a:cubicBezTo>
                    <a:pt x="-1" y="283"/>
                    <a:pt x="-1" y="290"/>
                    <a:pt x="1" y="297"/>
                  </a:cubicBezTo>
                  <a:lnTo>
                    <a:pt x="87" y="534"/>
                  </a:lnTo>
                  <a:cubicBezTo>
                    <a:pt x="89" y="541"/>
                    <a:pt x="97" y="544"/>
                    <a:pt x="104" y="542"/>
                  </a:cubicBezTo>
                  <a:lnTo>
                    <a:pt x="121" y="535"/>
                  </a:lnTo>
                  <a:cubicBezTo>
                    <a:pt x="127" y="533"/>
                    <a:pt x="131" y="526"/>
                    <a:pt x="129" y="519"/>
                  </a:cubicBezTo>
                  <a:lnTo>
                    <a:pt x="69" y="305"/>
                  </a:lnTo>
                  <a:cubicBezTo>
                    <a:pt x="67" y="298"/>
                    <a:pt x="68" y="291"/>
                    <a:pt x="71" y="285"/>
                  </a:cubicBezTo>
                  <a:lnTo>
                    <a:pt x="215" y="0"/>
                  </a:lnTo>
                  <a:close/>
                </a:path>
              </a:pathLst>
            </a:custGeom>
            <a:solidFill>
              <a:srgbClr val="292B3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1237;p8">
              <a:extLst>
                <a:ext uri="{FF2B5EF4-FFF2-40B4-BE49-F238E27FC236}">
                  <a16:creationId xmlns:a16="http://schemas.microsoft.com/office/drawing/2014/main" id="{4B19C71F-9D8C-C747-B137-B5BA8279B00F}"/>
                </a:ext>
              </a:extLst>
            </p:cNvPr>
            <p:cNvSpPr/>
            <p:nvPr/>
          </p:nvSpPr>
          <p:spPr>
            <a:xfrm>
              <a:off x="12994858" y="9286048"/>
              <a:ext cx="710101" cy="231717"/>
            </a:xfrm>
            <a:custGeom>
              <a:avLst/>
              <a:gdLst/>
              <a:ahLst/>
              <a:cxnLst/>
              <a:rect l="l" t="t" r="r" b="b"/>
              <a:pathLst>
                <a:path w="571" h="187" extrusionOk="0">
                  <a:moveTo>
                    <a:pt x="512" y="0"/>
                  </a:moveTo>
                  <a:lnTo>
                    <a:pt x="59" y="0"/>
                  </a:lnTo>
                  <a:cubicBezTo>
                    <a:pt x="27" y="0"/>
                    <a:pt x="0" y="26"/>
                    <a:pt x="0" y="59"/>
                  </a:cubicBezTo>
                  <a:lnTo>
                    <a:pt x="0" y="178"/>
                  </a:lnTo>
                  <a:cubicBezTo>
                    <a:pt x="0" y="184"/>
                    <a:pt x="4" y="187"/>
                    <a:pt x="9" y="187"/>
                  </a:cubicBezTo>
                  <a:lnTo>
                    <a:pt x="562" y="187"/>
                  </a:lnTo>
                  <a:cubicBezTo>
                    <a:pt x="567" y="187"/>
                    <a:pt x="571" y="184"/>
                    <a:pt x="571" y="178"/>
                  </a:cubicBezTo>
                  <a:lnTo>
                    <a:pt x="571" y="59"/>
                  </a:lnTo>
                  <a:cubicBezTo>
                    <a:pt x="571" y="26"/>
                    <a:pt x="545" y="0"/>
                    <a:pt x="512" y="0"/>
                  </a:cubicBezTo>
                  <a:close/>
                </a:path>
              </a:pathLst>
            </a:custGeom>
            <a:solidFill>
              <a:srgbClr val="3B3871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1238;p8">
              <a:extLst>
                <a:ext uri="{FF2B5EF4-FFF2-40B4-BE49-F238E27FC236}">
                  <a16:creationId xmlns:a16="http://schemas.microsoft.com/office/drawing/2014/main" id="{4A647697-6F93-F438-3657-46EB33C635F9}"/>
                </a:ext>
              </a:extLst>
            </p:cNvPr>
            <p:cNvSpPr/>
            <p:nvPr/>
          </p:nvSpPr>
          <p:spPr>
            <a:xfrm>
              <a:off x="13318764" y="7637866"/>
              <a:ext cx="63535" cy="1710472"/>
            </a:xfrm>
            <a:custGeom>
              <a:avLst/>
              <a:gdLst/>
              <a:ahLst/>
              <a:cxnLst/>
              <a:rect l="l" t="t" r="r" b="b"/>
              <a:pathLst>
                <a:path w="52" h="1374" extrusionOk="0">
                  <a:moveTo>
                    <a:pt x="52" y="0"/>
                  </a:moveTo>
                  <a:lnTo>
                    <a:pt x="0" y="0"/>
                  </a:lnTo>
                  <a:lnTo>
                    <a:pt x="0" y="1374"/>
                  </a:lnTo>
                  <a:lnTo>
                    <a:pt x="52" y="1374"/>
                  </a:lnTo>
                  <a:close/>
                </a:path>
              </a:pathLst>
            </a:custGeom>
            <a:solidFill>
              <a:srgbClr val="3B3871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0" name="Google Shape;1239;p8">
              <a:extLst>
                <a:ext uri="{FF2B5EF4-FFF2-40B4-BE49-F238E27FC236}">
                  <a16:creationId xmlns:a16="http://schemas.microsoft.com/office/drawing/2014/main" id="{F421D2E2-1147-E330-E45D-538EE9B14D6D}"/>
                </a:ext>
              </a:extLst>
            </p:cNvPr>
            <p:cNvSpPr/>
            <p:nvPr/>
          </p:nvSpPr>
          <p:spPr>
            <a:xfrm>
              <a:off x="12969943" y="9835442"/>
              <a:ext cx="160707" cy="312694"/>
            </a:xfrm>
            <a:custGeom>
              <a:avLst/>
              <a:gdLst/>
              <a:ahLst/>
              <a:cxnLst/>
              <a:rect l="l" t="t" r="r" b="b"/>
              <a:pathLst>
                <a:path w="130" h="252" extrusionOk="0">
                  <a:moveTo>
                    <a:pt x="0" y="0"/>
                  </a:moveTo>
                  <a:cubicBezTo>
                    <a:pt x="0" y="3"/>
                    <a:pt x="0" y="4"/>
                    <a:pt x="1" y="6"/>
                  </a:cubicBezTo>
                  <a:lnTo>
                    <a:pt x="87" y="243"/>
                  </a:lnTo>
                  <a:cubicBezTo>
                    <a:pt x="89" y="250"/>
                    <a:pt x="97" y="253"/>
                    <a:pt x="104" y="251"/>
                  </a:cubicBezTo>
                  <a:lnTo>
                    <a:pt x="121" y="244"/>
                  </a:lnTo>
                  <a:cubicBezTo>
                    <a:pt x="127" y="242"/>
                    <a:pt x="131" y="235"/>
                    <a:pt x="129" y="228"/>
                  </a:cubicBezTo>
                  <a:lnTo>
                    <a:pt x="69" y="14"/>
                  </a:lnTo>
                  <a:lnTo>
                    <a:pt x="69" y="13"/>
                  </a:lnTo>
                  <a:cubicBezTo>
                    <a:pt x="67" y="5"/>
                    <a:pt x="61" y="0"/>
                    <a:pt x="53" y="0"/>
                  </a:cubicBezTo>
                  <a:close/>
                </a:path>
              </a:pathLst>
            </a:custGeom>
            <a:solidFill>
              <a:srgbClr val="3B3871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1" name="Google Shape;1240;p8">
              <a:extLst>
                <a:ext uri="{FF2B5EF4-FFF2-40B4-BE49-F238E27FC236}">
                  <a16:creationId xmlns:a16="http://schemas.microsoft.com/office/drawing/2014/main" id="{003F0BE2-95F9-4176-7361-30CA45F915A9}"/>
                </a:ext>
              </a:extLst>
            </p:cNvPr>
            <p:cNvSpPr/>
            <p:nvPr/>
          </p:nvSpPr>
          <p:spPr>
            <a:xfrm>
              <a:off x="12568798" y="7332647"/>
              <a:ext cx="1563465" cy="303973"/>
            </a:xfrm>
            <a:custGeom>
              <a:avLst/>
              <a:gdLst/>
              <a:ahLst/>
              <a:cxnLst/>
              <a:rect l="l" t="t" r="r" b="b"/>
              <a:pathLst>
                <a:path w="1256" h="245" extrusionOk="0">
                  <a:moveTo>
                    <a:pt x="1256" y="0"/>
                  </a:moveTo>
                  <a:lnTo>
                    <a:pt x="0" y="0"/>
                  </a:lnTo>
                  <a:lnTo>
                    <a:pt x="0" y="158"/>
                  </a:lnTo>
                  <a:cubicBezTo>
                    <a:pt x="0" y="206"/>
                    <a:pt x="38" y="245"/>
                    <a:pt x="86" y="245"/>
                  </a:cubicBezTo>
                  <a:lnTo>
                    <a:pt x="1170" y="245"/>
                  </a:lnTo>
                  <a:cubicBezTo>
                    <a:pt x="1217" y="245"/>
                    <a:pt x="1256" y="206"/>
                    <a:pt x="1256" y="158"/>
                  </a:cubicBezTo>
                  <a:close/>
                </a:path>
              </a:pathLst>
            </a:custGeom>
            <a:solidFill>
              <a:srgbClr val="292B3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2" name="Google Shape;1241;p8">
              <a:extLst>
                <a:ext uri="{FF2B5EF4-FFF2-40B4-BE49-F238E27FC236}">
                  <a16:creationId xmlns:a16="http://schemas.microsoft.com/office/drawing/2014/main" id="{2495B96C-091D-5A80-8B51-7C21069AEC75}"/>
                </a:ext>
              </a:extLst>
            </p:cNvPr>
            <p:cNvSpPr/>
            <p:nvPr/>
          </p:nvSpPr>
          <p:spPr>
            <a:xfrm>
              <a:off x="12641050" y="7398674"/>
              <a:ext cx="170673" cy="170673"/>
            </a:xfrm>
            <a:custGeom>
              <a:avLst/>
              <a:gdLst/>
              <a:ahLst/>
              <a:cxnLst/>
              <a:rect l="l" t="t" r="r" b="b"/>
              <a:pathLst>
                <a:path w="138" h="138" extrusionOk="0">
                  <a:moveTo>
                    <a:pt x="138" y="69"/>
                  </a:moveTo>
                  <a:cubicBezTo>
                    <a:pt x="138" y="30"/>
                    <a:pt x="107" y="0"/>
                    <a:pt x="69" y="0"/>
                  </a:cubicBezTo>
                  <a:cubicBezTo>
                    <a:pt x="31" y="0"/>
                    <a:pt x="0" y="30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close/>
                </a:path>
              </a:pathLst>
            </a:custGeom>
            <a:solidFill>
              <a:srgbClr val="FD5E5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3" name="Google Shape;1242;p8">
              <a:extLst>
                <a:ext uri="{FF2B5EF4-FFF2-40B4-BE49-F238E27FC236}">
                  <a16:creationId xmlns:a16="http://schemas.microsoft.com/office/drawing/2014/main" id="{CDFA43FC-E7DE-AFBA-676F-B4E9B407C50D}"/>
                </a:ext>
              </a:extLst>
            </p:cNvPr>
            <p:cNvSpPr/>
            <p:nvPr/>
          </p:nvSpPr>
          <p:spPr>
            <a:xfrm>
              <a:off x="13888091" y="7398674"/>
              <a:ext cx="171919" cy="170673"/>
            </a:xfrm>
            <a:custGeom>
              <a:avLst/>
              <a:gdLst/>
              <a:ahLst/>
              <a:cxnLst/>
              <a:rect l="l" t="t" r="r" b="b"/>
              <a:pathLst>
                <a:path w="139" h="138" extrusionOk="0">
                  <a:moveTo>
                    <a:pt x="0" y="69"/>
                  </a:moveTo>
                  <a:cubicBezTo>
                    <a:pt x="0" y="30"/>
                    <a:pt x="31" y="0"/>
                    <a:pt x="70" y="0"/>
                  </a:cubicBezTo>
                  <a:cubicBezTo>
                    <a:pt x="107" y="0"/>
                    <a:pt x="139" y="30"/>
                    <a:pt x="139" y="69"/>
                  </a:cubicBezTo>
                  <a:cubicBezTo>
                    <a:pt x="139" y="107"/>
                    <a:pt x="107" y="138"/>
                    <a:pt x="70" y="138"/>
                  </a:cubicBezTo>
                  <a:cubicBezTo>
                    <a:pt x="31" y="138"/>
                    <a:pt x="0" y="107"/>
                    <a:pt x="0" y="69"/>
                  </a:cubicBezTo>
                  <a:close/>
                </a:path>
              </a:pathLst>
            </a:custGeom>
            <a:solidFill>
              <a:srgbClr val="FD5E5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" name="Google Shape;1243;p8">
              <a:extLst>
                <a:ext uri="{FF2B5EF4-FFF2-40B4-BE49-F238E27FC236}">
                  <a16:creationId xmlns:a16="http://schemas.microsoft.com/office/drawing/2014/main" id="{0CAB9852-2406-B083-1E9F-5CEDB84A7314}"/>
                </a:ext>
              </a:extLst>
            </p:cNvPr>
            <p:cNvSpPr/>
            <p:nvPr/>
          </p:nvSpPr>
          <p:spPr>
            <a:xfrm>
              <a:off x="11401491" y="6555269"/>
              <a:ext cx="3723672" cy="777374"/>
            </a:xfrm>
            <a:custGeom>
              <a:avLst/>
              <a:gdLst/>
              <a:ahLst/>
              <a:cxnLst/>
              <a:rect l="l" t="t" r="r" b="b"/>
              <a:pathLst>
                <a:path w="2990" h="625" extrusionOk="0">
                  <a:moveTo>
                    <a:pt x="1836" y="424"/>
                  </a:moveTo>
                  <a:lnTo>
                    <a:pt x="1450" y="152"/>
                  </a:lnTo>
                  <a:lnTo>
                    <a:pt x="2206" y="152"/>
                  </a:lnTo>
                  <a:close/>
                  <a:moveTo>
                    <a:pt x="1892" y="472"/>
                  </a:moveTo>
                  <a:lnTo>
                    <a:pt x="2287" y="184"/>
                  </a:lnTo>
                  <a:lnTo>
                    <a:pt x="2692" y="472"/>
                  </a:lnTo>
                  <a:close/>
                  <a:moveTo>
                    <a:pt x="467" y="179"/>
                  </a:moveTo>
                  <a:lnTo>
                    <a:pt x="865" y="472"/>
                  </a:lnTo>
                  <a:lnTo>
                    <a:pt x="46" y="472"/>
                  </a:lnTo>
                  <a:close/>
                  <a:moveTo>
                    <a:pt x="1386" y="185"/>
                  </a:moveTo>
                  <a:lnTo>
                    <a:pt x="1776" y="472"/>
                  </a:lnTo>
                  <a:lnTo>
                    <a:pt x="977" y="472"/>
                  </a:lnTo>
                  <a:close/>
                  <a:moveTo>
                    <a:pt x="1326" y="152"/>
                  </a:moveTo>
                  <a:lnTo>
                    <a:pt x="921" y="423"/>
                  </a:lnTo>
                  <a:lnTo>
                    <a:pt x="537" y="152"/>
                  </a:lnTo>
                  <a:close/>
                  <a:moveTo>
                    <a:pt x="2990" y="152"/>
                  </a:moveTo>
                  <a:lnTo>
                    <a:pt x="2990" y="0"/>
                  </a:lnTo>
                  <a:lnTo>
                    <a:pt x="0" y="0"/>
                  </a:lnTo>
                  <a:lnTo>
                    <a:pt x="0" y="152"/>
                  </a:lnTo>
                  <a:lnTo>
                    <a:pt x="398" y="152"/>
                  </a:lnTo>
                  <a:lnTo>
                    <a:pt x="0" y="417"/>
                  </a:lnTo>
                  <a:lnTo>
                    <a:pt x="0" y="472"/>
                  </a:lnTo>
                  <a:lnTo>
                    <a:pt x="0" y="525"/>
                  </a:lnTo>
                  <a:lnTo>
                    <a:pt x="0" y="625"/>
                  </a:lnTo>
                  <a:lnTo>
                    <a:pt x="2990" y="625"/>
                  </a:lnTo>
                  <a:lnTo>
                    <a:pt x="2990" y="472"/>
                  </a:lnTo>
                  <a:lnTo>
                    <a:pt x="2821" y="472"/>
                  </a:lnTo>
                  <a:lnTo>
                    <a:pt x="2369" y="152"/>
                  </a:lnTo>
                  <a:close/>
                </a:path>
              </a:pathLst>
            </a:custGeom>
            <a:solidFill>
              <a:srgbClr val="3B3871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" name="Google Shape;1244;p8">
              <a:extLst>
                <a:ext uri="{FF2B5EF4-FFF2-40B4-BE49-F238E27FC236}">
                  <a16:creationId xmlns:a16="http://schemas.microsoft.com/office/drawing/2014/main" id="{691F33BD-E24A-8BEA-850D-A23FAD39ABCA}"/>
                </a:ext>
              </a:extLst>
            </p:cNvPr>
            <p:cNvSpPr/>
            <p:nvPr/>
          </p:nvSpPr>
          <p:spPr>
            <a:xfrm>
              <a:off x="19902774" y="9494091"/>
              <a:ext cx="2545153" cy="2545152"/>
            </a:xfrm>
            <a:custGeom>
              <a:avLst/>
              <a:gdLst/>
              <a:ahLst/>
              <a:cxnLst/>
              <a:rect l="l" t="t" r="r" b="b"/>
              <a:pathLst>
                <a:path w="2044" h="2044" extrusionOk="0">
                  <a:moveTo>
                    <a:pt x="701" y="1331"/>
                  </a:moveTo>
                  <a:cubicBezTo>
                    <a:pt x="622" y="1249"/>
                    <a:pt x="575" y="1136"/>
                    <a:pt x="577" y="1013"/>
                  </a:cubicBezTo>
                  <a:cubicBezTo>
                    <a:pt x="581" y="767"/>
                    <a:pt x="785" y="572"/>
                    <a:pt x="1031" y="576"/>
                  </a:cubicBezTo>
                  <a:cubicBezTo>
                    <a:pt x="1277" y="581"/>
                    <a:pt x="1472" y="785"/>
                    <a:pt x="1468" y="1030"/>
                  </a:cubicBezTo>
                  <a:cubicBezTo>
                    <a:pt x="1463" y="1276"/>
                    <a:pt x="1260" y="1472"/>
                    <a:pt x="1014" y="1467"/>
                  </a:cubicBezTo>
                  <a:cubicBezTo>
                    <a:pt x="891" y="1465"/>
                    <a:pt x="780" y="1413"/>
                    <a:pt x="701" y="1331"/>
                  </a:cubicBezTo>
                  <a:close/>
                  <a:moveTo>
                    <a:pt x="2038" y="1202"/>
                  </a:moveTo>
                  <a:lnTo>
                    <a:pt x="2044" y="881"/>
                  </a:lnTo>
                  <a:lnTo>
                    <a:pt x="1898" y="879"/>
                  </a:lnTo>
                  <a:cubicBezTo>
                    <a:pt x="1879" y="752"/>
                    <a:pt x="1831" y="634"/>
                    <a:pt x="1763" y="531"/>
                  </a:cubicBezTo>
                  <a:lnTo>
                    <a:pt x="1867" y="431"/>
                  </a:lnTo>
                  <a:lnTo>
                    <a:pt x="1645" y="200"/>
                  </a:lnTo>
                  <a:lnTo>
                    <a:pt x="1541" y="301"/>
                  </a:lnTo>
                  <a:cubicBezTo>
                    <a:pt x="1440" y="229"/>
                    <a:pt x="1325" y="177"/>
                    <a:pt x="1200" y="152"/>
                  </a:cubicBezTo>
                  <a:lnTo>
                    <a:pt x="1202" y="6"/>
                  </a:lnTo>
                  <a:lnTo>
                    <a:pt x="882" y="0"/>
                  </a:lnTo>
                  <a:lnTo>
                    <a:pt x="879" y="146"/>
                  </a:lnTo>
                  <a:cubicBezTo>
                    <a:pt x="753" y="166"/>
                    <a:pt x="635" y="213"/>
                    <a:pt x="532" y="281"/>
                  </a:cubicBezTo>
                  <a:lnTo>
                    <a:pt x="432" y="177"/>
                  </a:lnTo>
                  <a:lnTo>
                    <a:pt x="200" y="399"/>
                  </a:lnTo>
                  <a:lnTo>
                    <a:pt x="301" y="503"/>
                  </a:lnTo>
                  <a:cubicBezTo>
                    <a:pt x="229" y="604"/>
                    <a:pt x="178" y="719"/>
                    <a:pt x="152" y="845"/>
                  </a:cubicBezTo>
                  <a:lnTo>
                    <a:pt x="6" y="842"/>
                  </a:lnTo>
                  <a:lnTo>
                    <a:pt x="0" y="1162"/>
                  </a:lnTo>
                  <a:lnTo>
                    <a:pt x="146" y="1165"/>
                  </a:lnTo>
                  <a:cubicBezTo>
                    <a:pt x="166" y="1292"/>
                    <a:pt x="214" y="1409"/>
                    <a:pt x="282" y="1512"/>
                  </a:cubicBezTo>
                  <a:lnTo>
                    <a:pt x="177" y="1613"/>
                  </a:lnTo>
                  <a:lnTo>
                    <a:pt x="399" y="1844"/>
                  </a:lnTo>
                  <a:lnTo>
                    <a:pt x="503" y="1743"/>
                  </a:lnTo>
                  <a:cubicBezTo>
                    <a:pt x="604" y="1815"/>
                    <a:pt x="720" y="1867"/>
                    <a:pt x="846" y="1892"/>
                  </a:cubicBezTo>
                  <a:lnTo>
                    <a:pt x="842" y="2038"/>
                  </a:lnTo>
                  <a:lnTo>
                    <a:pt x="1163" y="2044"/>
                  </a:lnTo>
                  <a:lnTo>
                    <a:pt x="1165" y="1898"/>
                  </a:lnTo>
                  <a:cubicBezTo>
                    <a:pt x="1292" y="1878"/>
                    <a:pt x="1410" y="1830"/>
                    <a:pt x="1513" y="1763"/>
                  </a:cubicBezTo>
                  <a:lnTo>
                    <a:pt x="1614" y="1867"/>
                  </a:lnTo>
                  <a:lnTo>
                    <a:pt x="1844" y="1645"/>
                  </a:lnTo>
                  <a:lnTo>
                    <a:pt x="1743" y="1541"/>
                  </a:lnTo>
                  <a:cubicBezTo>
                    <a:pt x="1816" y="1440"/>
                    <a:pt x="1867" y="1325"/>
                    <a:pt x="1892" y="1199"/>
                  </a:cubicBezTo>
                  <a:close/>
                </a:path>
              </a:pathLst>
            </a:custGeom>
            <a:solidFill>
              <a:srgbClr val="4C4990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6" name="Google Shape;1245;p8">
              <a:extLst>
                <a:ext uri="{FF2B5EF4-FFF2-40B4-BE49-F238E27FC236}">
                  <a16:creationId xmlns:a16="http://schemas.microsoft.com/office/drawing/2014/main" id="{7A63F46C-6629-D4F4-EC33-273835A95C34}"/>
                </a:ext>
              </a:extLst>
            </p:cNvPr>
            <p:cNvSpPr/>
            <p:nvPr/>
          </p:nvSpPr>
          <p:spPr>
            <a:xfrm>
              <a:off x="17712672" y="10600358"/>
              <a:ext cx="4357780" cy="1513633"/>
            </a:xfrm>
            <a:custGeom>
              <a:avLst/>
              <a:gdLst/>
              <a:ahLst/>
              <a:cxnLst/>
              <a:rect l="l" t="t" r="r" b="b"/>
              <a:pathLst>
                <a:path w="3499" h="1216" extrusionOk="0">
                  <a:moveTo>
                    <a:pt x="3449" y="608"/>
                  </a:moveTo>
                  <a:lnTo>
                    <a:pt x="2479" y="608"/>
                  </a:lnTo>
                  <a:cubicBezTo>
                    <a:pt x="2469" y="608"/>
                    <a:pt x="2462" y="600"/>
                    <a:pt x="2462" y="590"/>
                  </a:cubicBezTo>
                  <a:lnTo>
                    <a:pt x="2462" y="72"/>
                  </a:lnTo>
                  <a:cubicBezTo>
                    <a:pt x="2462" y="32"/>
                    <a:pt x="2429" y="0"/>
                    <a:pt x="2390" y="0"/>
                  </a:cubicBezTo>
                  <a:lnTo>
                    <a:pt x="1109" y="0"/>
                  </a:lnTo>
                  <a:cubicBezTo>
                    <a:pt x="1070" y="0"/>
                    <a:pt x="1037" y="32"/>
                    <a:pt x="1037" y="72"/>
                  </a:cubicBezTo>
                  <a:lnTo>
                    <a:pt x="1037" y="590"/>
                  </a:lnTo>
                  <a:cubicBezTo>
                    <a:pt x="1037" y="600"/>
                    <a:pt x="1029" y="608"/>
                    <a:pt x="1020" y="608"/>
                  </a:cubicBezTo>
                  <a:lnTo>
                    <a:pt x="50" y="608"/>
                  </a:lnTo>
                  <a:cubicBezTo>
                    <a:pt x="22" y="608"/>
                    <a:pt x="0" y="631"/>
                    <a:pt x="0" y="658"/>
                  </a:cubicBezTo>
                  <a:lnTo>
                    <a:pt x="0" y="1166"/>
                  </a:lnTo>
                  <a:cubicBezTo>
                    <a:pt x="0" y="1194"/>
                    <a:pt x="22" y="1216"/>
                    <a:pt x="50" y="1216"/>
                  </a:cubicBezTo>
                  <a:lnTo>
                    <a:pt x="1037" y="1216"/>
                  </a:lnTo>
                  <a:lnTo>
                    <a:pt x="2462" y="1216"/>
                  </a:lnTo>
                  <a:lnTo>
                    <a:pt x="3449" y="1216"/>
                  </a:lnTo>
                  <a:cubicBezTo>
                    <a:pt x="3476" y="1216"/>
                    <a:pt x="3499" y="1194"/>
                    <a:pt x="3499" y="1166"/>
                  </a:cubicBezTo>
                  <a:lnTo>
                    <a:pt x="3499" y="658"/>
                  </a:lnTo>
                  <a:cubicBezTo>
                    <a:pt x="3499" y="631"/>
                    <a:pt x="3476" y="608"/>
                    <a:pt x="3449" y="608"/>
                  </a:cubicBezTo>
                  <a:close/>
                </a:path>
              </a:pathLst>
            </a:custGeom>
            <a:solidFill>
              <a:srgbClr val="292B3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" name="Google Shape;1246;p8">
              <a:extLst>
                <a:ext uri="{FF2B5EF4-FFF2-40B4-BE49-F238E27FC236}">
                  <a16:creationId xmlns:a16="http://schemas.microsoft.com/office/drawing/2014/main" id="{84720A60-4C75-B9E9-14E9-FF7E9368D85F}"/>
                </a:ext>
              </a:extLst>
            </p:cNvPr>
            <p:cNvSpPr/>
            <p:nvPr/>
          </p:nvSpPr>
          <p:spPr>
            <a:xfrm>
              <a:off x="17950618" y="11694163"/>
              <a:ext cx="1645691" cy="160707"/>
            </a:xfrm>
            <a:custGeom>
              <a:avLst/>
              <a:gdLst/>
              <a:ahLst/>
              <a:cxnLst/>
              <a:rect l="l" t="t" r="r" b="b"/>
              <a:pathLst>
                <a:path w="1322" h="130" extrusionOk="0">
                  <a:moveTo>
                    <a:pt x="1276" y="0"/>
                  </a:moveTo>
                  <a:lnTo>
                    <a:pt x="46" y="0"/>
                  </a:lnTo>
                  <a:cubicBezTo>
                    <a:pt x="21" y="0"/>
                    <a:pt x="0" y="20"/>
                    <a:pt x="0" y="45"/>
                  </a:cubicBezTo>
                  <a:lnTo>
                    <a:pt x="0" y="83"/>
                  </a:lnTo>
                  <a:cubicBezTo>
                    <a:pt x="0" y="109"/>
                    <a:pt x="21" y="130"/>
                    <a:pt x="46" y="130"/>
                  </a:cubicBezTo>
                  <a:lnTo>
                    <a:pt x="1276" y="130"/>
                  </a:lnTo>
                  <a:cubicBezTo>
                    <a:pt x="1302" y="130"/>
                    <a:pt x="1322" y="109"/>
                    <a:pt x="1322" y="83"/>
                  </a:cubicBezTo>
                  <a:lnTo>
                    <a:pt x="1322" y="45"/>
                  </a:lnTo>
                  <a:cubicBezTo>
                    <a:pt x="1322" y="20"/>
                    <a:pt x="1302" y="0"/>
                    <a:pt x="1276" y="0"/>
                  </a:cubicBezTo>
                  <a:close/>
                </a:path>
              </a:pathLst>
            </a:custGeom>
            <a:solidFill>
              <a:srgbClr val="3B3871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8" name="Google Shape;1247;p8">
              <a:extLst>
                <a:ext uri="{FF2B5EF4-FFF2-40B4-BE49-F238E27FC236}">
                  <a16:creationId xmlns:a16="http://schemas.microsoft.com/office/drawing/2014/main" id="{CFFCDED9-8C9F-A909-7D36-67B053C3CCE0}"/>
                </a:ext>
              </a:extLst>
            </p:cNvPr>
            <p:cNvSpPr/>
            <p:nvPr/>
          </p:nvSpPr>
          <p:spPr>
            <a:xfrm>
              <a:off x="20185569" y="11694163"/>
              <a:ext cx="1646937" cy="160707"/>
            </a:xfrm>
            <a:custGeom>
              <a:avLst/>
              <a:gdLst/>
              <a:ahLst/>
              <a:cxnLst/>
              <a:rect l="l" t="t" r="r" b="b"/>
              <a:pathLst>
                <a:path w="1323" h="130" extrusionOk="0">
                  <a:moveTo>
                    <a:pt x="47" y="0"/>
                  </a:moveTo>
                  <a:lnTo>
                    <a:pt x="1276" y="0"/>
                  </a:lnTo>
                  <a:cubicBezTo>
                    <a:pt x="1302" y="0"/>
                    <a:pt x="1323" y="20"/>
                    <a:pt x="1323" y="45"/>
                  </a:cubicBezTo>
                  <a:lnTo>
                    <a:pt x="1323" y="83"/>
                  </a:lnTo>
                  <a:cubicBezTo>
                    <a:pt x="1323" y="109"/>
                    <a:pt x="1302" y="130"/>
                    <a:pt x="1276" y="130"/>
                  </a:cubicBezTo>
                  <a:lnTo>
                    <a:pt x="47" y="130"/>
                  </a:lnTo>
                  <a:cubicBezTo>
                    <a:pt x="21" y="130"/>
                    <a:pt x="0" y="109"/>
                    <a:pt x="0" y="83"/>
                  </a:cubicBezTo>
                  <a:lnTo>
                    <a:pt x="0" y="45"/>
                  </a:lnTo>
                  <a:cubicBezTo>
                    <a:pt x="0" y="20"/>
                    <a:pt x="21" y="0"/>
                    <a:pt x="47" y="0"/>
                  </a:cubicBezTo>
                  <a:close/>
                </a:path>
              </a:pathLst>
            </a:custGeom>
            <a:solidFill>
              <a:srgbClr val="3B3871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" name="Google Shape;1248;p8">
              <a:extLst>
                <a:ext uri="{FF2B5EF4-FFF2-40B4-BE49-F238E27FC236}">
                  <a16:creationId xmlns:a16="http://schemas.microsoft.com/office/drawing/2014/main" id="{BB4BD745-ED9E-C5BE-DBF0-788B99A7E189}"/>
                </a:ext>
              </a:extLst>
            </p:cNvPr>
            <p:cNvSpPr/>
            <p:nvPr/>
          </p:nvSpPr>
          <p:spPr>
            <a:xfrm>
              <a:off x="19329710" y="8072647"/>
              <a:ext cx="2125321" cy="3135657"/>
            </a:xfrm>
            <a:custGeom>
              <a:avLst/>
              <a:gdLst/>
              <a:ahLst/>
              <a:cxnLst/>
              <a:rect l="l" t="t" r="r" b="b"/>
              <a:pathLst>
                <a:path w="1707" h="2518" extrusionOk="0">
                  <a:moveTo>
                    <a:pt x="716" y="1615"/>
                  </a:moveTo>
                  <a:cubicBezTo>
                    <a:pt x="703" y="1615"/>
                    <a:pt x="688" y="1612"/>
                    <a:pt x="675" y="1606"/>
                  </a:cubicBezTo>
                  <a:cubicBezTo>
                    <a:pt x="630" y="1583"/>
                    <a:pt x="611" y="1528"/>
                    <a:pt x="634" y="1482"/>
                  </a:cubicBezTo>
                  <a:lnTo>
                    <a:pt x="1262" y="212"/>
                  </a:lnTo>
                  <a:cubicBezTo>
                    <a:pt x="1285" y="167"/>
                    <a:pt x="1340" y="148"/>
                    <a:pt x="1385" y="171"/>
                  </a:cubicBezTo>
                  <a:cubicBezTo>
                    <a:pt x="1431" y="193"/>
                    <a:pt x="1450" y="248"/>
                    <a:pt x="1427" y="293"/>
                  </a:cubicBezTo>
                  <a:lnTo>
                    <a:pt x="798" y="1564"/>
                  </a:lnTo>
                  <a:cubicBezTo>
                    <a:pt x="783" y="1597"/>
                    <a:pt x="750" y="1615"/>
                    <a:pt x="716" y="1615"/>
                  </a:cubicBezTo>
                  <a:close/>
                  <a:moveTo>
                    <a:pt x="451" y="2202"/>
                  </a:moveTo>
                  <a:cubicBezTo>
                    <a:pt x="376" y="2202"/>
                    <a:pt x="316" y="2142"/>
                    <a:pt x="316" y="2066"/>
                  </a:cubicBezTo>
                  <a:cubicBezTo>
                    <a:pt x="316" y="1992"/>
                    <a:pt x="376" y="1931"/>
                    <a:pt x="451" y="1931"/>
                  </a:cubicBezTo>
                  <a:cubicBezTo>
                    <a:pt x="526" y="1931"/>
                    <a:pt x="587" y="1992"/>
                    <a:pt x="587" y="2066"/>
                  </a:cubicBezTo>
                  <a:cubicBezTo>
                    <a:pt x="587" y="2142"/>
                    <a:pt x="526" y="2202"/>
                    <a:pt x="451" y="2202"/>
                  </a:cubicBezTo>
                  <a:close/>
                  <a:moveTo>
                    <a:pt x="1707" y="15"/>
                  </a:moveTo>
                  <a:lnTo>
                    <a:pt x="1245" y="0"/>
                  </a:lnTo>
                  <a:lnTo>
                    <a:pt x="336" y="1630"/>
                  </a:lnTo>
                  <a:cubicBezTo>
                    <a:pt x="143" y="1681"/>
                    <a:pt x="0" y="1857"/>
                    <a:pt x="0" y="2067"/>
                  </a:cubicBezTo>
                  <a:cubicBezTo>
                    <a:pt x="0" y="2316"/>
                    <a:pt x="202" y="2518"/>
                    <a:pt x="451" y="2518"/>
                  </a:cubicBezTo>
                  <a:cubicBezTo>
                    <a:pt x="701" y="2518"/>
                    <a:pt x="902" y="2316"/>
                    <a:pt x="902" y="2067"/>
                  </a:cubicBezTo>
                  <a:cubicBezTo>
                    <a:pt x="902" y="1994"/>
                    <a:pt x="885" y="1926"/>
                    <a:pt x="855" y="1866"/>
                  </a:cubicBezTo>
                  <a:close/>
                </a:path>
              </a:pathLst>
            </a:custGeom>
            <a:solidFill>
              <a:srgbClr val="3B3871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" name="Google Shape;1249;p8">
              <a:extLst>
                <a:ext uri="{FF2B5EF4-FFF2-40B4-BE49-F238E27FC236}">
                  <a16:creationId xmlns:a16="http://schemas.microsoft.com/office/drawing/2014/main" id="{176DCAF7-0781-DA7B-C092-A5DA5638AACD}"/>
                </a:ext>
              </a:extLst>
            </p:cNvPr>
            <p:cNvSpPr/>
            <p:nvPr/>
          </p:nvSpPr>
          <p:spPr>
            <a:xfrm>
              <a:off x="19398228" y="7723825"/>
              <a:ext cx="1857476" cy="474647"/>
            </a:xfrm>
            <a:custGeom>
              <a:avLst/>
              <a:gdLst/>
              <a:ahLst/>
              <a:cxnLst/>
              <a:rect l="l" t="t" r="r" b="b"/>
              <a:pathLst>
                <a:path w="1492" h="382" extrusionOk="0">
                  <a:moveTo>
                    <a:pt x="1142" y="241"/>
                  </a:moveTo>
                  <a:cubicBezTo>
                    <a:pt x="1141" y="241"/>
                    <a:pt x="1140" y="241"/>
                    <a:pt x="1139" y="241"/>
                  </a:cubicBezTo>
                  <a:lnTo>
                    <a:pt x="270" y="210"/>
                  </a:lnTo>
                  <a:cubicBezTo>
                    <a:pt x="231" y="208"/>
                    <a:pt x="202" y="176"/>
                    <a:pt x="203" y="138"/>
                  </a:cubicBezTo>
                  <a:cubicBezTo>
                    <a:pt x="205" y="100"/>
                    <a:pt x="236" y="70"/>
                    <a:pt x="274" y="71"/>
                  </a:cubicBezTo>
                  <a:lnTo>
                    <a:pt x="1144" y="103"/>
                  </a:lnTo>
                  <a:cubicBezTo>
                    <a:pt x="1182" y="104"/>
                    <a:pt x="1212" y="136"/>
                    <a:pt x="1211" y="175"/>
                  </a:cubicBezTo>
                  <a:cubicBezTo>
                    <a:pt x="1209" y="212"/>
                    <a:pt x="1178" y="241"/>
                    <a:pt x="1142" y="241"/>
                  </a:cubicBezTo>
                  <a:close/>
                  <a:moveTo>
                    <a:pt x="0" y="4"/>
                  </a:moveTo>
                  <a:lnTo>
                    <a:pt x="0" y="254"/>
                  </a:lnTo>
                  <a:lnTo>
                    <a:pt x="1492" y="382"/>
                  </a:lnTo>
                  <a:lnTo>
                    <a:pt x="1492" y="0"/>
                  </a:lnTo>
                  <a:close/>
                </a:path>
              </a:pathLst>
            </a:custGeom>
            <a:solidFill>
              <a:srgbClr val="292B3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" name="Google Shape;1250;p8">
              <a:extLst>
                <a:ext uri="{FF2B5EF4-FFF2-40B4-BE49-F238E27FC236}">
                  <a16:creationId xmlns:a16="http://schemas.microsoft.com/office/drawing/2014/main" id="{8AA32111-085F-DE94-8DEA-2DF2E9A3A8D2}"/>
                </a:ext>
              </a:extLst>
            </p:cNvPr>
            <p:cNvSpPr/>
            <p:nvPr/>
          </p:nvSpPr>
          <p:spPr>
            <a:xfrm>
              <a:off x="17053648" y="7142037"/>
              <a:ext cx="1916028" cy="1916027"/>
            </a:xfrm>
            <a:custGeom>
              <a:avLst/>
              <a:gdLst/>
              <a:ahLst/>
              <a:cxnLst/>
              <a:rect l="l" t="t" r="r" b="b"/>
              <a:pathLst>
                <a:path w="1539" h="1539" extrusionOk="0">
                  <a:moveTo>
                    <a:pt x="410" y="1022"/>
                  </a:moveTo>
                  <a:cubicBezTo>
                    <a:pt x="345" y="930"/>
                    <a:pt x="316" y="814"/>
                    <a:pt x="338" y="694"/>
                  </a:cubicBezTo>
                  <a:cubicBezTo>
                    <a:pt x="379" y="454"/>
                    <a:pt x="607" y="295"/>
                    <a:pt x="846" y="337"/>
                  </a:cubicBezTo>
                  <a:cubicBezTo>
                    <a:pt x="1085" y="379"/>
                    <a:pt x="1245" y="607"/>
                    <a:pt x="1203" y="846"/>
                  </a:cubicBezTo>
                  <a:cubicBezTo>
                    <a:pt x="1161" y="1085"/>
                    <a:pt x="933" y="1245"/>
                    <a:pt x="694" y="1202"/>
                  </a:cubicBezTo>
                  <a:cubicBezTo>
                    <a:pt x="575" y="1182"/>
                    <a:pt x="475" y="1114"/>
                    <a:pt x="410" y="1022"/>
                  </a:cubicBezTo>
                  <a:close/>
                  <a:moveTo>
                    <a:pt x="1498" y="1019"/>
                  </a:moveTo>
                  <a:lnTo>
                    <a:pt x="1539" y="784"/>
                  </a:lnTo>
                  <a:lnTo>
                    <a:pt x="1433" y="765"/>
                  </a:lnTo>
                  <a:cubicBezTo>
                    <a:pt x="1432" y="669"/>
                    <a:pt x="1411" y="577"/>
                    <a:pt x="1372" y="494"/>
                  </a:cubicBezTo>
                  <a:lnTo>
                    <a:pt x="1461" y="431"/>
                  </a:lnTo>
                  <a:lnTo>
                    <a:pt x="1324" y="236"/>
                  </a:lnTo>
                  <a:lnTo>
                    <a:pt x="1235" y="298"/>
                  </a:lnTo>
                  <a:cubicBezTo>
                    <a:pt x="1170" y="233"/>
                    <a:pt x="1090" y="182"/>
                    <a:pt x="1000" y="149"/>
                  </a:cubicBezTo>
                  <a:lnTo>
                    <a:pt x="1020" y="42"/>
                  </a:lnTo>
                  <a:lnTo>
                    <a:pt x="784" y="0"/>
                  </a:lnTo>
                  <a:lnTo>
                    <a:pt x="765" y="107"/>
                  </a:lnTo>
                  <a:cubicBezTo>
                    <a:pt x="670" y="108"/>
                    <a:pt x="577" y="129"/>
                    <a:pt x="494" y="168"/>
                  </a:cubicBezTo>
                  <a:lnTo>
                    <a:pt x="432" y="79"/>
                  </a:lnTo>
                  <a:lnTo>
                    <a:pt x="236" y="216"/>
                  </a:lnTo>
                  <a:lnTo>
                    <a:pt x="298" y="305"/>
                  </a:lnTo>
                  <a:cubicBezTo>
                    <a:pt x="234" y="370"/>
                    <a:pt x="182" y="450"/>
                    <a:pt x="149" y="540"/>
                  </a:cubicBezTo>
                  <a:lnTo>
                    <a:pt x="42" y="521"/>
                  </a:lnTo>
                  <a:lnTo>
                    <a:pt x="0" y="756"/>
                  </a:lnTo>
                  <a:lnTo>
                    <a:pt x="108" y="775"/>
                  </a:lnTo>
                  <a:cubicBezTo>
                    <a:pt x="108" y="870"/>
                    <a:pt x="130" y="963"/>
                    <a:pt x="168" y="1046"/>
                  </a:cubicBezTo>
                  <a:lnTo>
                    <a:pt x="79" y="1108"/>
                  </a:lnTo>
                  <a:lnTo>
                    <a:pt x="217" y="1304"/>
                  </a:lnTo>
                  <a:lnTo>
                    <a:pt x="305" y="1242"/>
                  </a:lnTo>
                  <a:cubicBezTo>
                    <a:pt x="371" y="1306"/>
                    <a:pt x="450" y="1358"/>
                    <a:pt x="540" y="1391"/>
                  </a:cubicBezTo>
                  <a:lnTo>
                    <a:pt x="521" y="1498"/>
                  </a:lnTo>
                  <a:lnTo>
                    <a:pt x="757" y="1539"/>
                  </a:lnTo>
                  <a:lnTo>
                    <a:pt x="775" y="1432"/>
                  </a:lnTo>
                  <a:cubicBezTo>
                    <a:pt x="871" y="1432"/>
                    <a:pt x="963" y="1410"/>
                    <a:pt x="1046" y="1372"/>
                  </a:cubicBezTo>
                  <a:lnTo>
                    <a:pt x="1109" y="1460"/>
                  </a:lnTo>
                  <a:lnTo>
                    <a:pt x="1304" y="1324"/>
                  </a:lnTo>
                  <a:lnTo>
                    <a:pt x="1242" y="1235"/>
                  </a:lnTo>
                  <a:cubicBezTo>
                    <a:pt x="1307" y="1170"/>
                    <a:pt x="1358" y="1090"/>
                    <a:pt x="1391" y="100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" name="Google Shape;1251;p8">
              <a:extLst>
                <a:ext uri="{FF2B5EF4-FFF2-40B4-BE49-F238E27FC236}">
                  <a16:creationId xmlns:a16="http://schemas.microsoft.com/office/drawing/2014/main" id="{36E35EE7-154F-AB62-717C-09527A1AD166}"/>
                </a:ext>
              </a:extLst>
            </p:cNvPr>
            <p:cNvSpPr/>
            <p:nvPr/>
          </p:nvSpPr>
          <p:spPr>
            <a:xfrm>
              <a:off x="18590955" y="7693923"/>
              <a:ext cx="761179" cy="439764"/>
            </a:xfrm>
            <a:custGeom>
              <a:avLst/>
              <a:gdLst/>
              <a:ahLst/>
              <a:cxnLst/>
              <a:rect l="l" t="t" r="r" b="b"/>
              <a:pathLst>
                <a:path w="612" h="354" extrusionOk="0">
                  <a:moveTo>
                    <a:pt x="0" y="11"/>
                  </a:moveTo>
                  <a:lnTo>
                    <a:pt x="63" y="354"/>
                  </a:lnTo>
                  <a:lnTo>
                    <a:pt x="584" y="239"/>
                  </a:lnTo>
                  <a:cubicBezTo>
                    <a:pt x="601" y="235"/>
                    <a:pt x="612" y="221"/>
                    <a:pt x="612" y="204"/>
                  </a:cubicBezTo>
                  <a:lnTo>
                    <a:pt x="606" y="33"/>
                  </a:lnTo>
                  <a:cubicBezTo>
                    <a:pt x="605" y="14"/>
                    <a:pt x="589" y="-1"/>
                    <a:pt x="570" y="0"/>
                  </a:cubicBezTo>
                  <a:close/>
                </a:path>
              </a:pathLst>
            </a:custGeom>
            <a:solidFill>
              <a:srgbClr val="3B3871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" name="Google Shape;1252;p8">
              <a:extLst>
                <a:ext uri="{FF2B5EF4-FFF2-40B4-BE49-F238E27FC236}">
                  <a16:creationId xmlns:a16="http://schemas.microsoft.com/office/drawing/2014/main" id="{18DBAE6F-BD7F-1376-ED77-E2BAEA78DF50}"/>
                </a:ext>
              </a:extLst>
            </p:cNvPr>
            <p:cNvSpPr/>
            <p:nvPr/>
          </p:nvSpPr>
          <p:spPr>
            <a:xfrm>
              <a:off x="18009170" y="5213555"/>
              <a:ext cx="2354546" cy="2354546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605" y="1406"/>
                  </a:moveTo>
                  <a:cubicBezTo>
                    <a:pt x="487" y="1319"/>
                    <a:pt x="402" y="1186"/>
                    <a:pt x="379" y="1031"/>
                  </a:cubicBezTo>
                  <a:lnTo>
                    <a:pt x="379" y="1030"/>
                  </a:lnTo>
                  <a:cubicBezTo>
                    <a:pt x="332" y="717"/>
                    <a:pt x="548" y="426"/>
                    <a:pt x="860" y="379"/>
                  </a:cubicBezTo>
                  <a:cubicBezTo>
                    <a:pt x="1173" y="332"/>
                    <a:pt x="1465" y="548"/>
                    <a:pt x="1512" y="860"/>
                  </a:cubicBezTo>
                  <a:cubicBezTo>
                    <a:pt x="1559" y="1173"/>
                    <a:pt x="1344" y="1465"/>
                    <a:pt x="1030" y="1512"/>
                  </a:cubicBezTo>
                  <a:cubicBezTo>
                    <a:pt x="874" y="1535"/>
                    <a:pt x="723" y="1493"/>
                    <a:pt x="605" y="1406"/>
                  </a:cubicBezTo>
                  <a:close/>
                  <a:moveTo>
                    <a:pt x="1891" y="952"/>
                  </a:moveTo>
                  <a:lnTo>
                    <a:pt x="1847" y="662"/>
                  </a:lnTo>
                  <a:lnTo>
                    <a:pt x="1716" y="681"/>
                  </a:lnTo>
                  <a:cubicBezTo>
                    <a:pt x="1678" y="570"/>
                    <a:pt x="1617" y="471"/>
                    <a:pt x="1540" y="388"/>
                  </a:cubicBezTo>
                  <a:lnTo>
                    <a:pt x="1619" y="281"/>
                  </a:lnTo>
                  <a:lnTo>
                    <a:pt x="1383" y="107"/>
                  </a:lnTo>
                  <a:lnTo>
                    <a:pt x="1304" y="214"/>
                  </a:lnTo>
                  <a:cubicBezTo>
                    <a:pt x="1202" y="164"/>
                    <a:pt x="1090" y="135"/>
                    <a:pt x="972" y="132"/>
                  </a:cubicBezTo>
                  <a:lnTo>
                    <a:pt x="952" y="0"/>
                  </a:lnTo>
                  <a:lnTo>
                    <a:pt x="662" y="43"/>
                  </a:lnTo>
                  <a:lnTo>
                    <a:pt x="682" y="175"/>
                  </a:lnTo>
                  <a:cubicBezTo>
                    <a:pt x="570" y="213"/>
                    <a:pt x="471" y="274"/>
                    <a:pt x="389" y="351"/>
                  </a:cubicBezTo>
                  <a:lnTo>
                    <a:pt x="282" y="272"/>
                  </a:lnTo>
                  <a:lnTo>
                    <a:pt x="107" y="508"/>
                  </a:lnTo>
                  <a:lnTo>
                    <a:pt x="214" y="587"/>
                  </a:lnTo>
                  <a:cubicBezTo>
                    <a:pt x="164" y="689"/>
                    <a:pt x="136" y="801"/>
                    <a:pt x="132" y="919"/>
                  </a:cubicBezTo>
                  <a:lnTo>
                    <a:pt x="0" y="939"/>
                  </a:lnTo>
                  <a:lnTo>
                    <a:pt x="43" y="1229"/>
                  </a:lnTo>
                  <a:lnTo>
                    <a:pt x="175" y="1209"/>
                  </a:lnTo>
                  <a:cubicBezTo>
                    <a:pt x="213" y="1320"/>
                    <a:pt x="274" y="1420"/>
                    <a:pt x="352" y="1502"/>
                  </a:cubicBezTo>
                  <a:lnTo>
                    <a:pt x="272" y="1609"/>
                  </a:lnTo>
                  <a:lnTo>
                    <a:pt x="508" y="1784"/>
                  </a:lnTo>
                  <a:lnTo>
                    <a:pt x="588" y="1676"/>
                  </a:lnTo>
                  <a:cubicBezTo>
                    <a:pt x="689" y="1727"/>
                    <a:pt x="802" y="1755"/>
                    <a:pt x="919" y="1759"/>
                  </a:cubicBezTo>
                  <a:lnTo>
                    <a:pt x="939" y="1891"/>
                  </a:lnTo>
                  <a:lnTo>
                    <a:pt x="1229" y="1848"/>
                  </a:lnTo>
                  <a:lnTo>
                    <a:pt x="1210" y="1715"/>
                  </a:lnTo>
                  <a:cubicBezTo>
                    <a:pt x="1321" y="1678"/>
                    <a:pt x="1420" y="1617"/>
                    <a:pt x="1502" y="1539"/>
                  </a:cubicBezTo>
                  <a:lnTo>
                    <a:pt x="1609" y="1619"/>
                  </a:lnTo>
                  <a:lnTo>
                    <a:pt x="1784" y="1383"/>
                  </a:lnTo>
                  <a:lnTo>
                    <a:pt x="1677" y="1303"/>
                  </a:lnTo>
                  <a:cubicBezTo>
                    <a:pt x="1726" y="1202"/>
                    <a:pt x="1756" y="1089"/>
                    <a:pt x="1759" y="97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" name="Google Shape;1253;p8">
              <a:extLst>
                <a:ext uri="{FF2B5EF4-FFF2-40B4-BE49-F238E27FC236}">
                  <a16:creationId xmlns:a16="http://schemas.microsoft.com/office/drawing/2014/main" id="{7B517F53-B544-2E38-3E77-B541D502F7DC}"/>
                </a:ext>
              </a:extLst>
            </p:cNvPr>
            <p:cNvSpPr/>
            <p:nvPr/>
          </p:nvSpPr>
          <p:spPr>
            <a:xfrm>
              <a:off x="18176106" y="7665269"/>
              <a:ext cx="459697" cy="195589"/>
            </a:xfrm>
            <a:custGeom>
              <a:avLst/>
              <a:gdLst/>
              <a:ahLst/>
              <a:cxnLst/>
              <a:rect l="l" t="t" r="r" b="b"/>
              <a:pathLst>
                <a:path w="370" h="158" extrusionOk="0">
                  <a:moveTo>
                    <a:pt x="0" y="100"/>
                  </a:moveTo>
                  <a:lnTo>
                    <a:pt x="355" y="158"/>
                  </a:lnTo>
                  <a:cubicBezTo>
                    <a:pt x="362" y="159"/>
                    <a:pt x="368" y="154"/>
                    <a:pt x="368" y="147"/>
                  </a:cubicBezTo>
                  <a:lnTo>
                    <a:pt x="370" y="49"/>
                  </a:lnTo>
                  <a:cubicBezTo>
                    <a:pt x="370" y="43"/>
                    <a:pt x="366" y="38"/>
                    <a:pt x="360" y="37"/>
                  </a:cubicBezTo>
                  <a:lnTo>
                    <a:pt x="46" y="0"/>
                  </a:lnTo>
                  <a:cubicBezTo>
                    <a:pt x="37" y="-2"/>
                    <a:pt x="28" y="5"/>
                    <a:pt x="26" y="14"/>
                  </a:cubicBezTo>
                  <a:close/>
                </a:path>
              </a:pathLst>
            </a:custGeom>
            <a:solidFill>
              <a:srgbClr val="292B3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" name="Google Shape;1254;p8">
              <a:extLst>
                <a:ext uri="{FF2B5EF4-FFF2-40B4-BE49-F238E27FC236}">
                  <a16:creationId xmlns:a16="http://schemas.microsoft.com/office/drawing/2014/main" id="{01E94761-8345-A843-5EF1-A750F3A80647}"/>
                </a:ext>
              </a:extLst>
            </p:cNvPr>
            <p:cNvSpPr/>
            <p:nvPr/>
          </p:nvSpPr>
          <p:spPr>
            <a:xfrm>
              <a:off x="17819810" y="7666519"/>
              <a:ext cx="449731" cy="345084"/>
            </a:xfrm>
            <a:custGeom>
              <a:avLst/>
              <a:gdLst/>
              <a:ahLst/>
              <a:cxnLst/>
              <a:rect l="l" t="t" r="r" b="b"/>
              <a:pathLst>
                <a:path w="362" h="278" extrusionOk="0">
                  <a:moveTo>
                    <a:pt x="6" y="225"/>
                  </a:moveTo>
                  <a:cubicBezTo>
                    <a:pt x="-2" y="239"/>
                    <a:pt x="-2" y="251"/>
                    <a:pt x="6" y="263"/>
                  </a:cubicBezTo>
                  <a:cubicBezTo>
                    <a:pt x="15" y="275"/>
                    <a:pt x="36" y="290"/>
                    <a:pt x="71" y="266"/>
                  </a:cubicBezTo>
                  <a:cubicBezTo>
                    <a:pt x="106" y="242"/>
                    <a:pt x="335" y="103"/>
                    <a:pt x="350" y="86"/>
                  </a:cubicBezTo>
                  <a:cubicBezTo>
                    <a:pt x="365" y="69"/>
                    <a:pt x="368" y="37"/>
                    <a:pt x="350" y="17"/>
                  </a:cubicBezTo>
                  <a:cubicBezTo>
                    <a:pt x="332" y="-2"/>
                    <a:pt x="303" y="-5"/>
                    <a:pt x="286" y="10"/>
                  </a:cubicBezTo>
                  <a:cubicBezTo>
                    <a:pt x="268" y="23"/>
                    <a:pt x="6" y="225"/>
                    <a:pt x="6" y="225"/>
                  </a:cubicBezTo>
                  <a:close/>
                </a:path>
              </a:pathLst>
            </a:custGeom>
            <a:solidFill>
              <a:srgbClr val="3B3871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" name="Google Shape;1255;p8">
              <a:extLst>
                <a:ext uri="{FF2B5EF4-FFF2-40B4-BE49-F238E27FC236}">
                  <a16:creationId xmlns:a16="http://schemas.microsoft.com/office/drawing/2014/main" id="{C9636114-0C65-6D1A-1E76-25DD1F576071}"/>
                </a:ext>
              </a:extLst>
            </p:cNvPr>
            <p:cNvSpPr/>
            <p:nvPr/>
          </p:nvSpPr>
          <p:spPr>
            <a:xfrm>
              <a:off x="18163649" y="7995408"/>
              <a:ext cx="539428" cy="231717"/>
            </a:xfrm>
            <a:custGeom>
              <a:avLst/>
              <a:gdLst/>
              <a:ahLst/>
              <a:cxnLst/>
              <a:rect l="l" t="t" r="r" b="b"/>
              <a:pathLst>
                <a:path w="434" h="187" extrusionOk="0">
                  <a:moveTo>
                    <a:pt x="414" y="10"/>
                  </a:moveTo>
                  <a:lnTo>
                    <a:pt x="434" y="92"/>
                  </a:lnTo>
                  <a:cubicBezTo>
                    <a:pt x="436" y="99"/>
                    <a:pt x="431" y="106"/>
                    <a:pt x="424" y="108"/>
                  </a:cubicBezTo>
                  <a:lnTo>
                    <a:pt x="61" y="185"/>
                  </a:lnTo>
                  <a:cubicBezTo>
                    <a:pt x="61" y="185"/>
                    <a:pt x="22" y="195"/>
                    <a:pt x="10" y="171"/>
                  </a:cubicBezTo>
                  <a:cubicBezTo>
                    <a:pt x="-2" y="146"/>
                    <a:pt x="-11" y="95"/>
                    <a:pt x="37" y="80"/>
                  </a:cubicBezTo>
                  <a:cubicBezTo>
                    <a:pt x="78" y="68"/>
                    <a:pt x="340" y="13"/>
                    <a:pt x="399" y="0"/>
                  </a:cubicBezTo>
                  <a:cubicBezTo>
                    <a:pt x="406" y="-1"/>
                    <a:pt x="413" y="3"/>
                    <a:pt x="414" y="10"/>
                  </a:cubicBezTo>
                  <a:close/>
                </a:path>
              </a:pathLst>
            </a:custGeom>
            <a:solidFill>
              <a:srgbClr val="292B3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" name="Google Shape;1256;p8">
              <a:extLst>
                <a:ext uri="{FF2B5EF4-FFF2-40B4-BE49-F238E27FC236}">
                  <a16:creationId xmlns:a16="http://schemas.microsoft.com/office/drawing/2014/main" id="{6ABFF0EF-F58E-3E5C-AB9B-A65D58E0ABF3}"/>
                </a:ext>
              </a:extLst>
            </p:cNvPr>
            <p:cNvSpPr/>
            <p:nvPr/>
          </p:nvSpPr>
          <p:spPr>
            <a:xfrm>
              <a:off x="17812335" y="7900728"/>
              <a:ext cx="399899" cy="399899"/>
            </a:xfrm>
            <a:custGeom>
              <a:avLst/>
              <a:gdLst/>
              <a:ahLst/>
              <a:cxnLst/>
              <a:rect l="l" t="t" r="r" b="b"/>
              <a:pathLst>
                <a:path w="322" h="322" extrusionOk="0">
                  <a:moveTo>
                    <a:pt x="88" y="217"/>
                  </a:moveTo>
                  <a:cubicBezTo>
                    <a:pt x="73" y="198"/>
                    <a:pt x="67" y="173"/>
                    <a:pt x="70" y="148"/>
                  </a:cubicBezTo>
                  <a:cubicBezTo>
                    <a:pt x="77" y="98"/>
                    <a:pt x="123" y="63"/>
                    <a:pt x="174" y="70"/>
                  </a:cubicBezTo>
                  <a:cubicBezTo>
                    <a:pt x="224" y="77"/>
                    <a:pt x="259" y="123"/>
                    <a:pt x="252" y="173"/>
                  </a:cubicBezTo>
                  <a:cubicBezTo>
                    <a:pt x="245" y="223"/>
                    <a:pt x="199" y="259"/>
                    <a:pt x="149" y="252"/>
                  </a:cubicBezTo>
                  <a:cubicBezTo>
                    <a:pt x="124" y="248"/>
                    <a:pt x="102" y="235"/>
                    <a:pt x="88" y="217"/>
                  </a:cubicBezTo>
                  <a:close/>
                  <a:moveTo>
                    <a:pt x="316" y="207"/>
                  </a:moveTo>
                  <a:lnTo>
                    <a:pt x="322" y="157"/>
                  </a:lnTo>
                  <a:lnTo>
                    <a:pt x="300" y="154"/>
                  </a:lnTo>
                  <a:cubicBezTo>
                    <a:pt x="298" y="134"/>
                    <a:pt x="294" y="115"/>
                    <a:pt x="285" y="98"/>
                  </a:cubicBezTo>
                  <a:lnTo>
                    <a:pt x="303" y="85"/>
                  </a:lnTo>
                  <a:lnTo>
                    <a:pt x="273" y="44"/>
                  </a:lnTo>
                  <a:lnTo>
                    <a:pt x="255" y="58"/>
                  </a:lnTo>
                  <a:cubicBezTo>
                    <a:pt x="240" y="46"/>
                    <a:pt x="223" y="35"/>
                    <a:pt x="204" y="29"/>
                  </a:cubicBezTo>
                  <a:lnTo>
                    <a:pt x="207" y="6"/>
                  </a:lnTo>
                  <a:lnTo>
                    <a:pt x="158" y="0"/>
                  </a:lnTo>
                  <a:lnTo>
                    <a:pt x="155" y="22"/>
                  </a:lnTo>
                  <a:cubicBezTo>
                    <a:pt x="135" y="23"/>
                    <a:pt x="116" y="28"/>
                    <a:pt x="98" y="37"/>
                  </a:cubicBezTo>
                  <a:lnTo>
                    <a:pt x="85" y="19"/>
                  </a:lnTo>
                  <a:lnTo>
                    <a:pt x="45" y="49"/>
                  </a:lnTo>
                  <a:lnTo>
                    <a:pt x="59" y="68"/>
                  </a:lnTo>
                  <a:cubicBezTo>
                    <a:pt x="46" y="81"/>
                    <a:pt x="36" y="99"/>
                    <a:pt x="29" y="118"/>
                  </a:cubicBezTo>
                  <a:lnTo>
                    <a:pt x="7" y="115"/>
                  </a:lnTo>
                  <a:lnTo>
                    <a:pt x="0" y="164"/>
                  </a:lnTo>
                  <a:lnTo>
                    <a:pt x="23" y="167"/>
                  </a:lnTo>
                  <a:cubicBezTo>
                    <a:pt x="23" y="188"/>
                    <a:pt x="29" y="206"/>
                    <a:pt x="38" y="223"/>
                  </a:cubicBezTo>
                  <a:lnTo>
                    <a:pt x="20" y="238"/>
                  </a:lnTo>
                  <a:lnTo>
                    <a:pt x="50" y="277"/>
                  </a:lnTo>
                  <a:lnTo>
                    <a:pt x="68" y="263"/>
                  </a:lnTo>
                  <a:cubicBezTo>
                    <a:pt x="82" y="276"/>
                    <a:pt x="99" y="286"/>
                    <a:pt x="118" y="293"/>
                  </a:cubicBezTo>
                  <a:lnTo>
                    <a:pt x="115" y="315"/>
                  </a:lnTo>
                  <a:lnTo>
                    <a:pt x="165" y="322"/>
                  </a:lnTo>
                  <a:lnTo>
                    <a:pt x="168" y="299"/>
                  </a:lnTo>
                  <a:cubicBezTo>
                    <a:pt x="188" y="299"/>
                    <a:pt x="207" y="293"/>
                    <a:pt x="224" y="285"/>
                  </a:cubicBezTo>
                  <a:lnTo>
                    <a:pt x="237" y="303"/>
                  </a:lnTo>
                  <a:lnTo>
                    <a:pt x="277" y="272"/>
                  </a:lnTo>
                  <a:lnTo>
                    <a:pt x="264" y="254"/>
                  </a:lnTo>
                  <a:cubicBezTo>
                    <a:pt x="276" y="240"/>
                    <a:pt x="287" y="223"/>
                    <a:pt x="293" y="204"/>
                  </a:cubicBezTo>
                  <a:close/>
                </a:path>
              </a:pathLst>
            </a:custGeom>
            <a:solidFill>
              <a:srgbClr val="FD5E5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8" name="Google Shape;1257;p8">
              <a:extLst>
                <a:ext uri="{FF2B5EF4-FFF2-40B4-BE49-F238E27FC236}">
                  <a16:creationId xmlns:a16="http://schemas.microsoft.com/office/drawing/2014/main" id="{5061B33B-7728-BEDB-6F5B-A1D819F88DD4}"/>
                </a:ext>
              </a:extLst>
            </p:cNvPr>
            <p:cNvSpPr/>
            <p:nvPr/>
          </p:nvSpPr>
          <p:spPr>
            <a:xfrm>
              <a:off x="19242504" y="7728808"/>
              <a:ext cx="310202" cy="310202"/>
            </a:xfrm>
            <a:custGeom>
              <a:avLst/>
              <a:gdLst/>
              <a:ahLst/>
              <a:cxnLst/>
              <a:rect l="l" t="t" r="r" b="b"/>
              <a:pathLst>
                <a:path w="250" h="250" extrusionOk="0">
                  <a:moveTo>
                    <a:pt x="250" y="125"/>
                  </a:moveTo>
                  <a:cubicBezTo>
                    <a:pt x="250" y="56"/>
                    <a:pt x="194" y="0"/>
                    <a:pt x="125" y="0"/>
                  </a:cubicBezTo>
                  <a:cubicBezTo>
                    <a:pt x="56" y="0"/>
                    <a:pt x="0" y="56"/>
                    <a:pt x="0" y="125"/>
                  </a:cubicBezTo>
                  <a:cubicBezTo>
                    <a:pt x="0" y="193"/>
                    <a:pt x="56" y="250"/>
                    <a:pt x="125" y="250"/>
                  </a:cubicBezTo>
                  <a:cubicBezTo>
                    <a:pt x="194" y="250"/>
                    <a:pt x="250" y="193"/>
                    <a:pt x="250" y="125"/>
                  </a:cubicBezTo>
                  <a:close/>
                </a:path>
              </a:pathLst>
            </a:custGeom>
            <a:solidFill>
              <a:srgbClr val="292B3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9" name="Google Shape;1258;p8">
              <a:extLst>
                <a:ext uri="{FF2B5EF4-FFF2-40B4-BE49-F238E27FC236}">
                  <a16:creationId xmlns:a16="http://schemas.microsoft.com/office/drawing/2014/main" id="{623BD84E-2D60-2ED4-6E08-1FF32AE143CB}"/>
                </a:ext>
              </a:extLst>
            </p:cNvPr>
            <p:cNvSpPr/>
            <p:nvPr/>
          </p:nvSpPr>
          <p:spPr>
            <a:xfrm>
              <a:off x="19355871" y="7842175"/>
              <a:ext cx="83468" cy="83468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68" y="34"/>
                  </a:moveTo>
                  <a:cubicBezTo>
                    <a:pt x="68" y="15"/>
                    <a:pt x="53" y="0"/>
                    <a:pt x="34" y="0"/>
                  </a:cubicBezTo>
                  <a:cubicBezTo>
                    <a:pt x="16" y="0"/>
                    <a:pt x="0" y="15"/>
                    <a:pt x="0" y="34"/>
                  </a:cubicBezTo>
                  <a:cubicBezTo>
                    <a:pt x="0" y="52"/>
                    <a:pt x="16" y="68"/>
                    <a:pt x="34" y="68"/>
                  </a:cubicBezTo>
                  <a:cubicBezTo>
                    <a:pt x="53" y="68"/>
                    <a:pt x="68" y="52"/>
                    <a:pt x="68" y="34"/>
                  </a:cubicBezTo>
                  <a:close/>
                </a:path>
              </a:pathLst>
            </a:custGeom>
            <a:solidFill>
              <a:srgbClr val="FD5E5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0" name="Google Shape;1259;p8">
              <a:extLst>
                <a:ext uri="{FF2B5EF4-FFF2-40B4-BE49-F238E27FC236}">
                  <a16:creationId xmlns:a16="http://schemas.microsoft.com/office/drawing/2014/main" id="{2DD52716-A3E9-E371-86E6-8D629C8A0B72}"/>
                </a:ext>
              </a:extLst>
            </p:cNvPr>
            <p:cNvSpPr/>
            <p:nvPr/>
          </p:nvSpPr>
          <p:spPr>
            <a:xfrm>
              <a:off x="21019003" y="7723825"/>
              <a:ext cx="473401" cy="474647"/>
            </a:xfrm>
            <a:custGeom>
              <a:avLst/>
              <a:gdLst/>
              <a:ahLst/>
              <a:cxnLst/>
              <a:rect l="l" t="t" r="r" b="b"/>
              <a:pathLst>
                <a:path w="381" h="382" extrusionOk="0">
                  <a:moveTo>
                    <a:pt x="381" y="191"/>
                  </a:moveTo>
                  <a:cubicBezTo>
                    <a:pt x="381" y="85"/>
                    <a:pt x="296" y="0"/>
                    <a:pt x="191" y="0"/>
                  </a:cubicBezTo>
                  <a:cubicBezTo>
                    <a:pt x="84" y="0"/>
                    <a:pt x="0" y="85"/>
                    <a:pt x="0" y="191"/>
                  </a:cubicBezTo>
                  <a:cubicBezTo>
                    <a:pt x="0" y="296"/>
                    <a:pt x="84" y="382"/>
                    <a:pt x="191" y="382"/>
                  </a:cubicBezTo>
                  <a:cubicBezTo>
                    <a:pt x="296" y="382"/>
                    <a:pt x="381" y="296"/>
                    <a:pt x="381" y="191"/>
                  </a:cubicBezTo>
                  <a:close/>
                </a:path>
              </a:pathLst>
            </a:custGeom>
            <a:solidFill>
              <a:srgbClr val="292B3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1" name="Google Shape;1260;p8">
              <a:extLst>
                <a:ext uri="{FF2B5EF4-FFF2-40B4-BE49-F238E27FC236}">
                  <a16:creationId xmlns:a16="http://schemas.microsoft.com/office/drawing/2014/main" id="{78B14499-3C99-E4AE-D9AA-F959ECFFD084}"/>
                </a:ext>
              </a:extLst>
            </p:cNvPr>
            <p:cNvSpPr/>
            <p:nvPr/>
          </p:nvSpPr>
          <p:spPr>
            <a:xfrm>
              <a:off x="21192168" y="7896990"/>
              <a:ext cx="127071" cy="128317"/>
            </a:xfrm>
            <a:custGeom>
              <a:avLst/>
              <a:gdLst/>
              <a:ahLst/>
              <a:cxnLst/>
              <a:rect l="l" t="t" r="r" b="b"/>
              <a:pathLst>
                <a:path w="103" h="104" extrusionOk="0">
                  <a:moveTo>
                    <a:pt x="103" y="52"/>
                  </a:moveTo>
                  <a:cubicBezTo>
                    <a:pt x="103" y="24"/>
                    <a:pt x="80" y="0"/>
                    <a:pt x="52" y="0"/>
                  </a:cubicBezTo>
                  <a:cubicBezTo>
                    <a:pt x="23" y="0"/>
                    <a:pt x="0" y="24"/>
                    <a:pt x="0" y="52"/>
                  </a:cubicBezTo>
                  <a:cubicBezTo>
                    <a:pt x="0" y="80"/>
                    <a:pt x="23" y="104"/>
                    <a:pt x="52" y="104"/>
                  </a:cubicBezTo>
                  <a:cubicBezTo>
                    <a:pt x="80" y="104"/>
                    <a:pt x="103" y="80"/>
                    <a:pt x="103" y="52"/>
                  </a:cubicBezTo>
                  <a:close/>
                </a:path>
              </a:pathLst>
            </a:custGeom>
            <a:solidFill>
              <a:srgbClr val="FD5E5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2" name="Google Shape;1261;p8">
              <a:extLst>
                <a:ext uri="{FF2B5EF4-FFF2-40B4-BE49-F238E27FC236}">
                  <a16:creationId xmlns:a16="http://schemas.microsoft.com/office/drawing/2014/main" id="{045F3ED9-A084-2A75-AE50-95D335593180}"/>
                </a:ext>
              </a:extLst>
            </p:cNvPr>
            <p:cNvSpPr/>
            <p:nvPr/>
          </p:nvSpPr>
          <p:spPr>
            <a:xfrm>
              <a:off x="19486679" y="10241570"/>
              <a:ext cx="809765" cy="809765"/>
            </a:xfrm>
            <a:custGeom>
              <a:avLst/>
              <a:gdLst/>
              <a:ahLst/>
              <a:cxnLst/>
              <a:rect l="l" t="t" r="r" b="b"/>
              <a:pathLst>
                <a:path w="651" h="651" extrusionOk="0">
                  <a:moveTo>
                    <a:pt x="325" y="19"/>
                  </a:moveTo>
                  <a:cubicBezTo>
                    <a:pt x="156" y="19"/>
                    <a:pt x="19" y="156"/>
                    <a:pt x="19" y="325"/>
                  </a:cubicBezTo>
                  <a:cubicBezTo>
                    <a:pt x="19" y="495"/>
                    <a:pt x="156" y="632"/>
                    <a:pt x="325" y="632"/>
                  </a:cubicBezTo>
                  <a:cubicBezTo>
                    <a:pt x="494" y="632"/>
                    <a:pt x="632" y="495"/>
                    <a:pt x="632" y="325"/>
                  </a:cubicBezTo>
                  <a:cubicBezTo>
                    <a:pt x="632" y="156"/>
                    <a:pt x="494" y="19"/>
                    <a:pt x="325" y="19"/>
                  </a:cubicBezTo>
                  <a:close/>
                  <a:moveTo>
                    <a:pt x="325" y="651"/>
                  </a:moveTo>
                  <a:cubicBezTo>
                    <a:pt x="146" y="651"/>
                    <a:pt x="0" y="505"/>
                    <a:pt x="0" y="325"/>
                  </a:cubicBezTo>
                  <a:cubicBezTo>
                    <a:pt x="0" y="146"/>
                    <a:pt x="146" y="0"/>
                    <a:pt x="325" y="0"/>
                  </a:cubicBezTo>
                  <a:cubicBezTo>
                    <a:pt x="504" y="0"/>
                    <a:pt x="651" y="146"/>
                    <a:pt x="651" y="325"/>
                  </a:cubicBezTo>
                  <a:cubicBezTo>
                    <a:pt x="651" y="505"/>
                    <a:pt x="504" y="651"/>
                    <a:pt x="325" y="651"/>
                  </a:cubicBezTo>
                  <a:close/>
                </a:path>
              </a:pathLst>
            </a:custGeom>
            <a:solidFill>
              <a:srgbClr val="292B3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3" name="Google Shape;1262;p8">
              <a:extLst>
                <a:ext uri="{FF2B5EF4-FFF2-40B4-BE49-F238E27FC236}">
                  <a16:creationId xmlns:a16="http://schemas.microsoft.com/office/drawing/2014/main" id="{F186A6DF-9F64-909D-00FB-029260536B42}"/>
                </a:ext>
              </a:extLst>
            </p:cNvPr>
            <p:cNvSpPr/>
            <p:nvPr/>
          </p:nvSpPr>
          <p:spPr>
            <a:xfrm>
              <a:off x="19723380" y="10478270"/>
              <a:ext cx="336364" cy="336364"/>
            </a:xfrm>
            <a:custGeom>
              <a:avLst/>
              <a:gdLst/>
              <a:ahLst/>
              <a:cxnLst/>
              <a:rect l="l" t="t" r="r" b="b"/>
              <a:pathLst>
                <a:path w="271" h="271" extrusionOk="0">
                  <a:moveTo>
                    <a:pt x="135" y="271"/>
                  </a:moveTo>
                  <a:cubicBezTo>
                    <a:pt x="60" y="271"/>
                    <a:pt x="0" y="211"/>
                    <a:pt x="0" y="135"/>
                  </a:cubicBezTo>
                  <a:cubicBezTo>
                    <a:pt x="0" y="61"/>
                    <a:pt x="60" y="0"/>
                    <a:pt x="135" y="0"/>
                  </a:cubicBezTo>
                  <a:cubicBezTo>
                    <a:pt x="210" y="0"/>
                    <a:pt x="271" y="61"/>
                    <a:pt x="271" y="135"/>
                  </a:cubicBezTo>
                  <a:cubicBezTo>
                    <a:pt x="271" y="211"/>
                    <a:pt x="210" y="271"/>
                    <a:pt x="135" y="271"/>
                  </a:cubicBezTo>
                  <a:close/>
                </a:path>
              </a:pathLst>
            </a:custGeom>
            <a:solidFill>
              <a:srgbClr val="FD5E5A"/>
            </a:solidFill>
            <a:ln>
              <a:noFill/>
            </a:ln>
          </p:spPr>
          <p:txBody>
            <a:bodyPr spcFirstLastPara="1" wrap="square" lIns="52637" tIns="26318" rIns="52637" bIns="26318" anchor="ctr" anchorCtr="1">
              <a:noAutofit/>
            </a:bodyPr>
            <a:lstStyle/>
            <a:p>
              <a:pPr algn="l" rtl="0">
                <a:buClr>
                  <a:schemeClr val="dk1"/>
                </a:buClr>
                <a:buSzPts val="1800"/>
              </a:pPr>
              <a:endParaRPr sz="105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C80E94F-BCA4-D00A-BB4B-15957100FFA7}"/>
              </a:ext>
            </a:extLst>
          </p:cNvPr>
          <p:cNvSpPr txBox="1"/>
          <p:nvPr/>
        </p:nvSpPr>
        <p:spPr>
          <a:xfrm>
            <a:off x="4897842" y="610297"/>
            <a:ext cx="4256294" cy="11079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6600" b="1" spc="-170" dirty="0">
                <a:solidFill>
                  <a:schemeClr val="tx2"/>
                </a:solidFill>
                <a:latin typeface="Oswald SemiBold" pitchFamily="2" charset="77"/>
              </a:rPr>
              <a:t>CHALLENGES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2D2F6-E5A6-6BDA-78E0-8133A4790CA0}"/>
              </a:ext>
            </a:extLst>
          </p:cNvPr>
          <p:cNvSpPr txBox="1"/>
          <p:nvPr/>
        </p:nvSpPr>
        <p:spPr>
          <a:xfrm>
            <a:off x="727869" y="2755900"/>
            <a:ext cx="30405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76" dirty="0">
                <a:solidFill>
                  <a:schemeClr val="tx2"/>
                </a:solidFill>
                <a:latin typeface="Oswald" pitchFamily="2" charset="77"/>
              </a:rPr>
              <a:t>What could possibly go wrong? </a:t>
            </a:r>
          </a:p>
          <a:p>
            <a:pPr algn="ctr"/>
            <a:r>
              <a:rPr lang="en-US" sz="3200" spc="-76" dirty="0">
                <a:solidFill>
                  <a:schemeClr val="tx2"/>
                </a:solidFill>
                <a:latin typeface="Oswald" pitchFamily="2" charset="77"/>
              </a:rPr>
              <a:t>Well, a lot…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98A4373-3C8E-9622-21E2-0B6263DA9345}"/>
              </a:ext>
            </a:extLst>
          </p:cNvPr>
          <p:cNvGrpSpPr/>
          <p:nvPr/>
        </p:nvGrpSpPr>
        <p:grpSpPr>
          <a:xfrm>
            <a:off x="4492238" y="2151225"/>
            <a:ext cx="9625540" cy="8394421"/>
            <a:chOff x="4911046" y="2343788"/>
            <a:chExt cx="8333471" cy="7293917"/>
          </a:xfrm>
        </p:grpSpPr>
        <p:sp>
          <p:nvSpPr>
            <p:cNvPr id="15" name="Freeform 69">
              <a:extLst>
                <a:ext uri="{FF2B5EF4-FFF2-40B4-BE49-F238E27FC236}">
                  <a16:creationId xmlns:a16="http://schemas.microsoft.com/office/drawing/2014/main" id="{3546F9EB-66DB-53A5-1203-E2405494D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3580" y="6113493"/>
              <a:ext cx="3684957" cy="3310509"/>
            </a:xfrm>
            <a:custGeom>
              <a:avLst/>
              <a:gdLst>
                <a:gd name="T0" fmla="*/ 3629 w 4840"/>
                <a:gd name="T1" fmla="*/ 0 h 4191"/>
                <a:gd name="T2" fmla="*/ 1210 w 4840"/>
                <a:gd name="T3" fmla="*/ 0 h 4191"/>
                <a:gd name="T4" fmla="*/ 0 w 4840"/>
                <a:gd name="T5" fmla="*/ 2094 h 4191"/>
                <a:gd name="T6" fmla="*/ 1210 w 4840"/>
                <a:gd name="T7" fmla="*/ 4190 h 4191"/>
                <a:gd name="T8" fmla="*/ 3629 w 4840"/>
                <a:gd name="T9" fmla="*/ 4190 h 4191"/>
                <a:gd name="T10" fmla="*/ 4839 w 4840"/>
                <a:gd name="T11" fmla="*/ 2094 h 4191"/>
                <a:gd name="T12" fmla="*/ 3629 w 4840"/>
                <a:gd name="T13" fmla="*/ 0 h 4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40" h="4191">
                  <a:moveTo>
                    <a:pt x="3629" y="0"/>
                  </a:moveTo>
                  <a:lnTo>
                    <a:pt x="1210" y="0"/>
                  </a:lnTo>
                  <a:lnTo>
                    <a:pt x="0" y="2094"/>
                  </a:lnTo>
                  <a:lnTo>
                    <a:pt x="1210" y="4190"/>
                  </a:lnTo>
                  <a:lnTo>
                    <a:pt x="3629" y="4190"/>
                  </a:lnTo>
                  <a:lnTo>
                    <a:pt x="4839" y="2094"/>
                  </a:lnTo>
                  <a:lnTo>
                    <a:pt x="3629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2105" dirty="0">
                <a:latin typeface="Oswald" pitchFamily="2" charset="77"/>
              </a:endParaRPr>
            </a:p>
          </p:txBody>
        </p:sp>
        <p:sp>
          <p:nvSpPr>
            <p:cNvPr id="16" name="Freeform 70">
              <a:extLst>
                <a:ext uri="{FF2B5EF4-FFF2-40B4-BE49-F238E27FC236}">
                  <a16:creationId xmlns:a16="http://schemas.microsoft.com/office/drawing/2014/main" id="{E202C233-30DC-765E-6504-A807BAF42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0665" y="6023075"/>
              <a:ext cx="4060757" cy="1709116"/>
            </a:xfrm>
            <a:custGeom>
              <a:avLst/>
              <a:gdLst>
                <a:gd name="T0" fmla="*/ 5573 w 5574"/>
                <a:gd name="T1" fmla="*/ 2344 h 2345"/>
                <a:gd name="T2" fmla="*/ 4219 w 5574"/>
                <a:gd name="T3" fmla="*/ 0 h 2345"/>
                <a:gd name="T4" fmla="*/ 1354 w 5574"/>
                <a:gd name="T5" fmla="*/ 0 h 2345"/>
                <a:gd name="T6" fmla="*/ 0 w 5574"/>
                <a:gd name="T7" fmla="*/ 2344 h 2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74" h="2345">
                  <a:moveTo>
                    <a:pt x="5573" y="2344"/>
                  </a:moveTo>
                  <a:lnTo>
                    <a:pt x="4219" y="0"/>
                  </a:lnTo>
                  <a:lnTo>
                    <a:pt x="1354" y="0"/>
                  </a:lnTo>
                  <a:lnTo>
                    <a:pt x="0" y="2344"/>
                  </a:ln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105" dirty="0">
                <a:latin typeface="Oswald" pitchFamily="2" charset="77"/>
              </a:endParaRPr>
            </a:p>
          </p:txBody>
        </p:sp>
        <p:sp>
          <p:nvSpPr>
            <p:cNvPr id="19" name="Freeform 130">
              <a:extLst>
                <a:ext uri="{FF2B5EF4-FFF2-40B4-BE49-F238E27FC236}">
                  <a16:creationId xmlns:a16="http://schemas.microsoft.com/office/drawing/2014/main" id="{4C20E4AF-24FF-9CE8-9A96-4ECA4ACDD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250" y="2626503"/>
              <a:ext cx="3524247" cy="3051992"/>
            </a:xfrm>
            <a:custGeom>
              <a:avLst/>
              <a:gdLst>
                <a:gd name="T0" fmla="*/ 3628 w 4838"/>
                <a:gd name="T1" fmla="*/ 0 h 4191"/>
                <a:gd name="T2" fmla="*/ 1209 w 4838"/>
                <a:gd name="T3" fmla="*/ 0 h 4191"/>
                <a:gd name="T4" fmla="*/ 0 w 4838"/>
                <a:gd name="T5" fmla="*/ 2094 h 4191"/>
                <a:gd name="T6" fmla="*/ 1209 w 4838"/>
                <a:gd name="T7" fmla="*/ 4190 h 4191"/>
                <a:gd name="T8" fmla="*/ 3628 w 4838"/>
                <a:gd name="T9" fmla="*/ 4190 h 4191"/>
                <a:gd name="T10" fmla="*/ 4837 w 4838"/>
                <a:gd name="T11" fmla="*/ 2094 h 4191"/>
                <a:gd name="T12" fmla="*/ 3628 w 4838"/>
                <a:gd name="T13" fmla="*/ 0 h 4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38" h="4191">
                  <a:moveTo>
                    <a:pt x="3628" y="0"/>
                  </a:moveTo>
                  <a:lnTo>
                    <a:pt x="1209" y="0"/>
                  </a:lnTo>
                  <a:lnTo>
                    <a:pt x="0" y="2094"/>
                  </a:lnTo>
                  <a:lnTo>
                    <a:pt x="1209" y="4190"/>
                  </a:lnTo>
                  <a:lnTo>
                    <a:pt x="3628" y="4190"/>
                  </a:lnTo>
                  <a:lnTo>
                    <a:pt x="4837" y="2094"/>
                  </a:lnTo>
                  <a:lnTo>
                    <a:pt x="3628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2105" dirty="0">
                <a:latin typeface="Oswald" pitchFamily="2" charset="77"/>
              </a:endParaRPr>
            </a:p>
          </p:txBody>
        </p:sp>
        <p:sp>
          <p:nvSpPr>
            <p:cNvPr id="22" name="Freeform 133">
              <a:extLst>
                <a:ext uri="{FF2B5EF4-FFF2-40B4-BE49-F238E27FC236}">
                  <a16:creationId xmlns:a16="http://schemas.microsoft.com/office/drawing/2014/main" id="{FC538B47-31E8-1C75-3415-0587806A1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9597" y="4252086"/>
              <a:ext cx="4060757" cy="1709116"/>
            </a:xfrm>
            <a:custGeom>
              <a:avLst/>
              <a:gdLst>
                <a:gd name="T0" fmla="*/ 0 w 5574"/>
                <a:gd name="T1" fmla="*/ 0 h 2346"/>
                <a:gd name="T2" fmla="*/ 1354 w 5574"/>
                <a:gd name="T3" fmla="*/ 2345 h 2346"/>
                <a:gd name="T4" fmla="*/ 4219 w 5574"/>
                <a:gd name="T5" fmla="*/ 2345 h 2346"/>
                <a:gd name="T6" fmla="*/ 5573 w 5574"/>
                <a:gd name="T7" fmla="*/ 0 h 2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74" h="2346">
                  <a:moveTo>
                    <a:pt x="0" y="0"/>
                  </a:moveTo>
                  <a:lnTo>
                    <a:pt x="1354" y="2345"/>
                  </a:lnTo>
                  <a:lnTo>
                    <a:pt x="4219" y="2345"/>
                  </a:lnTo>
                  <a:lnTo>
                    <a:pt x="5573" y="0"/>
                  </a:lnTo>
                </a:path>
              </a:pathLst>
            </a:custGeom>
            <a:noFill/>
            <a:ln w="38100" cap="flat">
              <a:solidFill>
                <a:schemeClr val="accent2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105" dirty="0">
                <a:latin typeface="Oswald" pitchFamily="2" charset="77"/>
              </a:endParaRPr>
            </a:p>
          </p:txBody>
        </p:sp>
        <p:sp>
          <p:nvSpPr>
            <p:cNvPr id="23" name="Freeform 183">
              <a:extLst>
                <a:ext uri="{FF2B5EF4-FFF2-40B4-BE49-F238E27FC236}">
                  <a16:creationId xmlns:a16="http://schemas.microsoft.com/office/drawing/2014/main" id="{1CD59453-4960-04ED-EC4B-9ADF67534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5871" y="2626503"/>
              <a:ext cx="3527461" cy="3051992"/>
            </a:xfrm>
            <a:custGeom>
              <a:avLst/>
              <a:gdLst>
                <a:gd name="T0" fmla="*/ 3629 w 4840"/>
                <a:gd name="T1" fmla="*/ 0 h 4191"/>
                <a:gd name="T2" fmla="*/ 1210 w 4840"/>
                <a:gd name="T3" fmla="*/ 0 h 4191"/>
                <a:gd name="T4" fmla="*/ 0 w 4840"/>
                <a:gd name="T5" fmla="*/ 2094 h 4191"/>
                <a:gd name="T6" fmla="*/ 1210 w 4840"/>
                <a:gd name="T7" fmla="*/ 4190 h 4191"/>
                <a:gd name="T8" fmla="*/ 3629 w 4840"/>
                <a:gd name="T9" fmla="*/ 4190 h 4191"/>
                <a:gd name="T10" fmla="*/ 4839 w 4840"/>
                <a:gd name="T11" fmla="*/ 2094 h 4191"/>
                <a:gd name="T12" fmla="*/ 3629 w 4840"/>
                <a:gd name="T13" fmla="*/ 0 h 4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40" h="4191">
                  <a:moveTo>
                    <a:pt x="3629" y="0"/>
                  </a:moveTo>
                  <a:lnTo>
                    <a:pt x="1210" y="0"/>
                  </a:lnTo>
                  <a:lnTo>
                    <a:pt x="0" y="2094"/>
                  </a:lnTo>
                  <a:lnTo>
                    <a:pt x="1210" y="4190"/>
                  </a:lnTo>
                  <a:lnTo>
                    <a:pt x="3629" y="4190"/>
                  </a:lnTo>
                  <a:lnTo>
                    <a:pt x="4839" y="2094"/>
                  </a:lnTo>
                  <a:lnTo>
                    <a:pt x="3629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2105" dirty="0">
                <a:latin typeface="Oswald" pitchFamily="2" charset="77"/>
              </a:endParaRPr>
            </a:p>
          </p:txBody>
        </p:sp>
        <p:sp>
          <p:nvSpPr>
            <p:cNvPr id="24" name="Freeform 184">
              <a:extLst>
                <a:ext uri="{FF2B5EF4-FFF2-40B4-BE49-F238E27FC236}">
                  <a16:creationId xmlns:a16="http://schemas.microsoft.com/office/drawing/2014/main" id="{C899B345-C86B-BE9C-CFBC-FA3B5B667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9222" y="2343788"/>
              <a:ext cx="4060757" cy="1709116"/>
            </a:xfrm>
            <a:custGeom>
              <a:avLst/>
              <a:gdLst>
                <a:gd name="T0" fmla="*/ 5574 w 5575"/>
                <a:gd name="T1" fmla="*/ 2344 h 2345"/>
                <a:gd name="T2" fmla="*/ 4220 w 5575"/>
                <a:gd name="T3" fmla="*/ 0 h 2345"/>
                <a:gd name="T4" fmla="*/ 1354 w 5575"/>
                <a:gd name="T5" fmla="*/ 0 h 2345"/>
                <a:gd name="T6" fmla="*/ 0 w 5575"/>
                <a:gd name="T7" fmla="*/ 2344 h 2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75" h="2345">
                  <a:moveTo>
                    <a:pt x="5574" y="2344"/>
                  </a:moveTo>
                  <a:lnTo>
                    <a:pt x="4220" y="0"/>
                  </a:lnTo>
                  <a:lnTo>
                    <a:pt x="1354" y="0"/>
                  </a:lnTo>
                  <a:lnTo>
                    <a:pt x="0" y="2344"/>
                  </a:lnTo>
                </a:path>
              </a:pathLst>
            </a:custGeom>
            <a:noFill/>
            <a:ln w="38100" cap="flat">
              <a:solidFill>
                <a:schemeClr val="accent3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105" dirty="0">
                <a:latin typeface="Oswald" pitchFamily="2" charset="7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DF3852-379E-B423-6F43-4DEA7C3188AF}"/>
                </a:ext>
              </a:extLst>
            </p:cNvPr>
            <p:cNvSpPr txBox="1"/>
            <p:nvPr/>
          </p:nvSpPr>
          <p:spPr>
            <a:xfrm>
              <a:off x="7768568" y="6279164"/>
              <a:ext cx="2503574" cy="66856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sz="2200" b="1" spc="-41" dirty="0">
                  <a:solidFill>
                    <a:schemeClr val="bg1"/>
                  </a:solidFill>
                  <a:latin typeface="Oswald SemiBold" pitchFamily="2" charset="77"/>
                </a:rPr>
                <a:t>REGULATORY AND POLITICAL RISK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B80659-BA62-FE2E-D69B-90E18473EA56}"/>
                </a:ext>
              </a:extLst>
            </p:cNvPr>
            <p:cNvSpPr txBox="1"/>
            <p:nvPr/>
          </p:nvSpPr>
          <p:spPr>
            <a:xfrm>
              <a:off x="7274105" y="7064307"/>
              <a:ext cx="3346113" cy="1877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ctr">
                <a:lnSpc>
                  <a:spcPts val="2340"/>
                </a:lnSpc>
                <a:buFont typeface="Wingdings" panose="05000000000000000000" pitchFamily="2" charset="2"/>
                <a:buChar char="Ø"/>
              </a:pPr>
              <a:r>
                <a:rPr lang="en-US" sz="2600" spc="-18" dirty="0">
                  <a:solidFill>
                    <a:schemeClr val="bg1"/>
                  </a:solidFill>
                  <a:latin typeface="Sitka Subheading" pitchFamily="2" charset="0"/>
                </a:rPr>
                <a:t>The  Economy is undergoing structural reforms by the FG. How will sudden policy shifts be managed? </a:t>
              </a:r>
            </a:p>
            <a:p>
              <a:pPr marL="342900" indent="-342900" algn="ctr">
                <a:lnSpc>
                  <a:spcPts val="2340"/>
                </a:lnSpc>
                <a:buFont typeface="Wingdings" panose="05000000000000000000" pitchFamily="2" charset="2"/>
                <a:buChar char="Ø"/>
              </a:pPr>
              <a:r>
                <a:rPr lang="en-US" sz="2600" spc="-18" dirty="0">
                  <a:solidFill>
                    <a:schemeClr val="bg1"/>
                  </a:solidFill>
                  <a:latin typeface="Sitka Subheading" pitchFamily="2" charset="0"/>
                </a:rPr>
                <a:t>Will the government approve this?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215879-7E82-78A9-3A83-7FB5998CAAA5}"/>
                </a:ext>
              </a:extLst>
            </p:cNvPr>
            <p:cNvSpPr txBox="1"/>
            <p:nvPr/>
          </p:nvSpPr>
          <p:spPr>
            <a:xfrm>
              <a:off x="5897042" y="3180833"/>
              <a:ext cx="2182663" cy="38776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sz="2300" b="1" spc="-41" dirty="0">
                  <a:solidFill>
                    <a:schemeClr val="bg1"/>
                  </a:solidFill>
                  <a:latin typeface="Oswald SemiBold" pitchFamily="2" charset="77"/>
                </a:rPr>
                <a:t>DATA TRASPARANCY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683E12-071A-0C12-CA67-1CF8285E9C3D}"/>
                </a:ext>
              </a:extLst>
            </p:cNvPr>
            <p:cNvSpPr txBox="1"/>
            <p:nvPr/>
          </p:nvSpPr>
          <p:spPr>
            <a:xfrm>
              <a:off x="5518009" y="4014442"/>
              <a:ext cx="2783807" cy="11577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3200" spc="-18" dirty="0">
                  <a:solidFill>
                    <a:schemeClr val="bg1"/>
                  </a:solidFill>
                  <a:latin typeface="Sitka Subheading" pitchFamily="2" charset="0"/>
                </a:rPr>
                <a:t>Nigeria’s data lags and is mostly inconsistent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9A47BCC-18A6-80F3-4E65-091ECE59C5CB}"/>
                </a:ext>
              </a:extLst>
            </p:cNvPr>
            <p:cNvSpPr txBox="1"/>
            <p:nvPr/>
          </p:nvSpPr>
          <p:spPr>
            <a:xfrm>
              <a:off x="10385800" y="3253798"/>
              <a:ext cx="1557606" cy="52322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sz="2800" b="1" spc="-41" dirty="0">
                  <a:solidFill>
                    <a:schemeClr val="bg1"/>
                  </a:solidFill>
                  <a:latin typeface="Oswald SemiBold" pitchFamily="2" charset="77"/>
                </a:rPr>
                <a:t>LIQUIDITY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099C4AD-715F-08AF-DF47-B2432BC97CB4}"/>
                </a:ext>
              </a:extLst>
            </p:cNvPr>
            <p:cNvSpPr txBox="1"/>
            <p:nvPr/>
          </p:nvSpPr>
          <p:spPr>
            <a:xfrm>
              <a:off x="9790270" y="3829496"/>
              <a:ext cx="2712836" cy="14162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3000" spc="-18" dirty="0">
                  <a:solidFill>
                    <a:schemeClr val="bg1"/>
                  </a:solidFill>
                  <a:latin typeface="Sitka Subheading" pitchFamily="2" charset="0"/>
                </a:rPr>
                <a:t>Ensuring enough tradable instruments exist behind the synthetic index</a:t>
              </a:r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3F60F190-A3E6-8715-E43F-F50F28ADDB21}"/>
                </a:ext>
              </a:extLst>
            </p:cNvPr>
            <p:cNvSpPr/>
            <p:nvPr/>
          </p:nvSpPr>
          <p:spPr>
            <a:xfrm>
              <a:off x="7044774" y="7849830"/>
              <a:ext cx="4105295" cy="1787875"/>
            </a:xfrm>
            <a:custGeom>
              <a:avLst/>
              <a:gdLst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273412"/>
                <a:gd name="connsiteX1" fmla="*/ 1685365 w 7019365"/>
                <a:gd name="connsiteY1" fmla="*/ 3056965 h 3273412"/>
                <a:gd name="connsiteX2" fmla="*/ 5244353 w 7019365"/>
                <a:gd name="connsiteY2" fmla="*/ 3056965 h 3273412"/>
                <a:gd name="connsiteX3" fmla="*/ 7019365 w 7019365"/>
                <a:gd name="connsiteY3" fmla="*/ 0 h 3273412"/>
                <a:gd name="connsiteX0" fmla="*/ 0 w 7019365"/>
                <a:gd name="connsiteY0" fmla="*/ 152400 h 3063575"/>
                <a:gd name="connsiteX1" fmla="*/ 1685365 w 7019365"/>
                <a:gd name="connsiteY1" fmla="*/ 3056965 h 3063575"/>
                <a:gd name="connsiteX2" fmla="*/ 5244353 w 7019365"/>
                <a:gd name="connsiteY2" fmla="*/ 3056965 h 3063575"/>
                <a:gd name="connsiteX3" fmla="*/ 7019365 w 7019365"/>
                <a:gd name="connsiteY3" fmla="*/ 0 h 3063575"/>
                <a:gd name="connsiteX0" fmla="*/ 0 w 7019365"/>
                <a:gd name="connsiteY0" fmla="*/ 152400 h 3056965"/>
                <a:gd name="connsiteX1" fmla="*/ 1685365 w 7019365"/>
                <a:gd name="connsiteY1" fmla="*/ 3056965 h 3056965"/>
                <a:gd name="connsiteX2" fmla="*/ 5244353 w 7019365"/>
                <a:gd name="connsiteY2" fmla="*/ 3056965 h 3056965"/>
                <a:gd name="connsiteX3" fmla="*/ 7019365 w 7019365"/>
                <a:gd name="connsiteY3" fmla="*/ 0 h 3056965"/>
                <a:gd name="connsiteX0" fmla="*/ 0 w 7019365"/>
                <a:gd name="connsiteY0" fmla="*/ 152400 h 3056965"/>
                <a:gd name="connsiteX1" fmla="*/ 1685365 w 7019365"/>
                <a:gd name="connsiteY1" fmla="*/ 3056965 h 3056965"/>
                <a:gd name="connsiteX2" fmla="*/ 5244353 w 7019365"/>
                <a:gd name="connsiteY2" fmla="*/ 3056965 h 3056965"/>
                <a:gd name="connsiteX3" fmla="*/ 7019365 w 7019365"/>
                <a:gd name="connsiteY3" fmla="*/ 0 h 3056965"/>
                <a:gd name="connsiteX0" fmla="*/ 0 w 7019365"/>
                <a:gd name="connsiteY0" fmla="*/ 152400 h 3056965"/>
                <a:gd name="connsiteX1" fmla="*/ 1685365 w 7019365"/>
                <a:gd name="connsiteY1" fmla="*/ 3056965 h 3056965"/>
                <a:gd name="connsiteX2" fmla="*/ 5244353 w 7019365"/>
                <a:gd name="connsiteY2" fmla="*/ 3056965 h 3056965"/>
                <a:gd name="connsiteX3" fmla="*/ 7019365 w 7019365"/>
                <a:gd name="connsiteY3" fmla="*/ 0 h 3056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9365" h="3056965">
                  <a:moveTo>
                    <a:pt x="0" y="152400"/>
                  </a:moveTo>
                  <a:cubicBezTo>
                    <a:pt x="272746" y="613039"/>
                    <a:pt x="1406729" y="2583504"/>
                    <a:pt x="1685365" y="3056965"/>
                  </a:cubicBezTo>
                  <a:lnTo>
                    <a:pt x="5244353" y="3056965"/>
                  </a:lnTo>
                  <a:cubicBezTo>
                    <a:pt x="5559916" y="2508725"/>
                    <a:pt x="6784004" y="441601"/>
                    <a:pt x="7019365" y="0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Oswald" pitchFamily="2" charset="77"/>
              </a:endParaRPr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0D3246A5-FCD7-35D0-9965-30E19061CCEE}"/>
                </a:ext>
              </a:extLst>
            </p:cNvPr>
            <p:cNvSpPr/>
            <p:nvPr/>
          </p:nvSpPr>
          <p:spPr>
            <a:xfrm>
              <a:off x="4911046" y="2343788"/>
              <a:ext cx="4159999" cy="1798407"/>
            </a:xfrm>
            <a:custGeom>
              <a:avLst/>
              <a:gdLst>
                <a:gd name="connsiteX0" fmla="*/ 0 w 7112899"/>
                <a:gd name="connsiteY0" fmla="*/ 3458838 h 3458838"/>
                <a:gd name="connsiteX1" fmla="*/ 1780248 w 7112899"/>
                <a:gd name="connsiteY1" fmla="*/ 383865 h 3458838"/>
                <a:gd name="connsiteX2" fmla="*/ 5324559 w 7112899"/>
                <a:gd name="connsiteY2" fmla="*/ 383865 h 3458838"/>
                <a:gd name="connsiteX3" fmla="*/ 7112899 w 7112899"/>
                <a:gd name="connsiteY3" fmla="*/ 3450746 h 3458838"/>
                <a:gd name="connsiteX0" fmla="*/ 0 w 7112899"/>
                <a:gd name="connsiteY0" fmla="*/ 3458838 h 3458838"/>
                <a:gd name="connsiteX1" fmla="*/ 1780248 w 7112899"/>
                <a:gd name="connsiteY1" fmla="*/ 383865 h 3458838"/>
                <a:gd name="connsiteX2" fmla="*/ 5324559 w 7112899"/>
                <a:gd name="connsiteY2" fmla="*/ 383865 h 3458838"/>
                <a:gd name="connsiteX3" fmla="*/ 7112899 w 7112899"/>
                <a:gd name="connsiteY3" fmla="*/ 3450746 h 3458838"/>
                <a:gd name="connsiteX0" fmla="*/ 0 w 7112899"/>
                <a:gd name="connsiteY0" fmla="*/ 3458838 h 3458838"/>
                <a:gd name="connsiteX1" fmla="*/ 1780248 w 7112899"/>
                <a:gd name="connsiteY1" fmla="*/ 383865 h 3458838"/>
                <a:gd name="connsiteX2" fmla="*/ 5324559 w 7112899"/>
                <a:gd name="connsiteY2" fmla="*/ 383865 h 3458838"/>
                <a:gd name="connsiteX3" fmla="*/ 7112899 w 7112899"/>
                <a:gd name="connsiteY3" fmla="*/ 3450746 h 3458838"/>
                <a:gd name="connsiteX0" fmla="*/ 0 w 7112899"/>
                <a:gd name="connsiteY0" fmla="*/ 3302750 h 3302750"/>
                <a:gd name="connsiteX1" fmla="*/ 1780248 w 7112899"/>
                <a:gd name="connsiteY1" fmla="*/ 227777 h 3302750"/>
                <a:gd name="connsiteX2" fmla="*/ 5324559 w 7112899"/>
                <a:gd name="connsiteY2" fmla="*/ 227777 h 3302750"/>
                <a:gd name="connsiteX3" fmla="*/ 7112899 w 7112899"/>
                <a:gd name="connsiteY3" fmla="*/ 3294658 h 3302750"/>
                <a:gd name="connsiteX0" fmla="*/ 0 w 7112899"/>
                <a:gd name="connsiteY0" fmla="*/ 3074973 h 3074973"/>
                <a:gd name="connsiteX1" fmla="*/ 1780248 w 7112899"/>
                <a:gd name="connsiteY1" fmla="*/ 0 h 3074973"/>
                <a:gd name="connsiteX2" fmla="*/ 5324559 w 7112899"/>
                <a:gd name="connsiteY2" fmla="*/ 0 h 3074973"/>
                <a:gd name="connsiteX3" fmla="*/ 7112899 w 7112899"/>
                <a:gd name="connsiteY3" fmla="*/ 3066881 h 3074973"/>
                <a:gd name="connsiteX0" fmla="*/ 0 w 7112899"/>
                <a:gd name="connsiteY0" fmla="*/ 3074973 h 3074973"/>
                <a:gd name="connsiteX1" fmla="*/ 1780248 w 7112899"/>
                <a:gd name="connsiteY1" fmla="*/ 0 h 3074973"/>
                <a:gd name="connsiteX2" fmla="*/ 5324559 w 7112899"/>
                <a:gd name="connsiteY2" fmla="*/ 0 h 3074973"/>
                <a:gd name="connsiteX3" fmla="*/ 7112899 w 7112899"/>
                <a:gd name="connsiteY3" fmla="*/ 3066881 h 3074973"/>
                <a:gd name="connsiteX0" fmla="*/ 0 w 7112899"/>
                <a:gd name="connsiteY0" fmla="*/ 3074973 h 3074973"/>
                <a:gd name="connsiteX1" fmla="*/ 1780248 w 7112899"/>
                <a:gd name="connsiteY1" fmla="*/ 0 h 3074973"/>
                <a:gd name="connsiteX2" fmla="*/ 5324559 w 7112899"/>
                <a:gd name="connsiteY2" fmla="*/ 0 h 3074973"/>
                <a:gd name="connsiteX3" fmla="*/ 7112899 w 7112899"/>
                <a:gd name="connsiteY3" fmla="*/ 3066881 h 3074973"/>
                <a:gd name="connsiteX0" fmla="*/ 0 w 7112899"/>
                <a:gd name="connsiteY0" fmla="*/ 3074973 h 3074973"/>
                <a:gd name="connsiteX1" fmla="*/ 1780248 w 7112899"/>
                <a:gd name="connsiteY1" fmla="*/ 0 h 3074973"/>
                <a:gd name="connsiteX2" fmla="*/ 5324559 w 7112899"/>
                <a:gd name="connsiteY2" fmla="*/ 0 h 3074973"/>
                <a:gd name="connsiteX3" fmla="*/ 7112899 w 7112899"/>
                <a:gd name="connsiteY3" fmla="*/ 3066881 h 3074973"/>
                <a:gd name="connsiteX0" fmla="*/ 0 w 7112899"/>
                <a:gd name="connsiteY0" fmla="*/ 3074973 h 3074973"/>
                <a:gd name="connsiteX1" fmla="*/ 1780248 w 7112899"/>
                <a:gd name="connsiteY1" fmla="*/ 0 h 3074973"/>
                <a:gd name="connsiteX2" fmla="*/ 5324559 w 7112899"/>
                <a:gd name="connsiteY2" fmla="*/ 0 h 3074973"/>
                <a:gd name="connsiteX3" fmla="*/ 7112899 w 7112899"/>
                <a:gd name="connsiteY3" fmla="*/ 3066881 h 3074973"/>
                <a:gd name="connsiteX0" fmla="*/ 0 w 7112899"/>
                <a:gd name="connsiteY0" fmla="*/ 3074973 h 3074973"/>
                <a:gd name="connsiteX1" fmla="*/ 1780248 w 7112899"/>
                <a:gd name="connsiteY1" fmla="*/ 0 h 3074973"/>
                <a:gd name="connsiteX2" fmla="*/ 5324559 w 7112899"/>
                <a:gd name="connsiteY2" fmla="*/ 0 h 3074973"/>
                <a:gd name="connsiteX3" fmla="*/ 7112899 w 7112899"/>
                <a:gd name="connsiteY3" fmla="*/ 3066881 h 3074973"/>
                <a:gd name="connsiteX0" fmla="*/ 0 w 7112899"/>
                <a:gd name="connsiteY0" fmla="*/ 3074973 h 3074973"/>
                <a:gd name="connsiteX1" fmla="*/ 1780248 w 7112899"/>
                <a:gd name="connsiteY1" fmla="*/ 0 h 3074973"/>
                <a:gd name="connsiteX2" fmla="*/ 5324559 w 7112899"/>
                <a:gd name="connsiteY2" fmla="*/ 0 h 3074973"/>
                <a:gd name="connsiteX3" fmla="*/ 7112899 w 7112899"/>
                <a:gd name="connsiteY3" fmla="*/ 3066881 h 3074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12899" h="3074973">
                  <a:moveTo>
                    <a:pt x="0" y="3074973"/>
                  </a:moveTo>
                  <a:cubicBezTo>
                    <a:pt x="511147" y="2182151"/>
                    <a:pt x="1548277" y="407299"/>
                    <a:pt x="1780248" y="0"/>
                  </a:cubicBezTo>
                  <a:lnTo>
                    <a:pt x="5324559" y="0"/>
                  </a:lnTo>
                  <a:cubicBezTo>
                    <a:pt x="5711628" y="648711"/>
                    <a:pt x="6790566" y="2528761"/>
                    <a:pt x="7112899" y="3066881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Oswald" pitchFamily="2" charset="77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A3CEB16-B76B-CAEF-B61B-39DD8302259A}"/>
                </a:ext>
              </a:extLst>
            </p:cNvPr>
            <p:cNvSpPr/>
            <p:nvPr/>
          </p:nvSpPr>
          <p:spPr>
            <a:xfrm>
              <a:off x="9088068" y="4166662"/>
              <a:ext cx="4156449" cy="1791750"/>
            </a:xfrm>
            <a:custGeom>
              <a:avLst/>
              <a:gdLst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429621"/>
                <a:gd name="connsiteX1" fmla="*/ 1685365 w 7019365"/>
                <a:gd name="connsiteY1" fmla="*/ 3056965 h 3429621"/>
                <a:gd name="connsiteX2" fmla="*/ 5244353 w 7019365"/>
                <a:gd name="connsiteY2" fmla="*/ 3056965 h 3429621"/>
                <a:gd name="connsiteX3" fmla="*/ 7019365 w 7019365"/>
                <a:gd name="connsiteY3" fmla="*/ 0 h 3429621"/>
                <a:gd name="connsiteX0" fmla="*/ 0 w 7019365"/>
                <a:gd name="connsiteY0" fmla="*/ 152400 h 3273412"/>
                <a:gd name="connsiteX1" fmla="*/ 1685365 w 7019365"/>
                <a:gd name="connsiteY1" fmla="*/ 3056965 h 3273412"/>
                <a:gd name="connsiteX2" fmla="*/ 5244353 w 7019365"/>
                <a:gd name="connsiteY2" fmla="*/ 3056965 h 3273412"/>
                <a:gd name="connsiteX3" fmla="*/ 7019365 w 7019365"/>
                <a:gd name="connsiteY3" fmla="*/ 0 h 3273412"/>
                <a:gd name="connsiteX0" fmla="*/ 0 w 7019365"/>
                <a:gd name="connsiteY0" fmla="*/ 152400 h 3063575"/>
                <a:gd name="connsiteX1" fmla="*/ 1685365 w 7019365"/>
                <a:gd name="connsiteY1" fmla="*/ 3056965 h 3063575"/>
                <a:gd name="connsiteX2" fmla="*/ 5244353 w 7019365"/>
                <a:gd name="connsiteY2" fmla="*/ 3056965 h 3063575"/>
                <a:gd name="connsiteX3" fmla="*/ 7019365 w 7019365"/>
                <a:gd name="connsiteY3" fmla="*/ 0 h 3063575"/>
                <a:gd name="connsiteX0" fmla="*/ 0 w 7019365"/>
                <a:gd name="connsiteY0" fmla="*/ 152400 h 3056965"/>
                <a:gd name="connsiteX1" fmla="*/ 1685365 w 7019365"/>
                <a:gd name="connsiteY1" fmla="*/ 3056965 h 3056965"/>
                <a:gd name="connsiteX2" fmla="*/ 5244353 w 7019365"/>
                <a:gd name="connsiteY2" fmla="*/ 3056965 h 3056965"/>
                <a:gd name="connsiteX3" fmla="*/ 7019365 w 7019365"/>
                <a:gd name="connsiteY3" fmla="*/ 0 h 3056965"/>
                <a:gd name="connsiteX0" fmla="*/ 0 w 7019365"/>
                <a:gd name="connsiteY0" fmla="*/ 152400 h 3056965"/>
                <a:gd name="connsiteX1" fmla="*/ 1685365 w 7019365"/>
                <a:gd name="connsiteY1" fmla="*/ 3056965 h 3056965"/>
                <a:gd name="connsiteX2" fmla="*/ 5244353 w 7019365"/>
                <a:gd name="connsiteY2" fmla="*/ 3056965 h 3056965"/>
                <a:gd name="connsiteX3" fmla="*/ 7019365 w 7019365"/>
                <a:gd name="connsiteY3" fmla="*/ 0 h 3056965"/>
                <a:gd name="connsiteX0" fmla="*/ 0 w 7019365"/>
                <a:gd name="connsiteY0" fmla="*/ 152400 h 3056965"/>
                <a:gd name="connsiteX1" fmla="*/ 1685365 w 7019365"/>
                <a:gd name="connsiteY1" fmla="*/ 3056965 h 3056965"/>
                <a:gd name="connsiteX2" fmla="*/ 5244353 w 7019365"/>
                <a:gd name="connsiteY2" fmla="*/ 3056965 h 3056965"/>
                <a:gd name="connsiteX3" fmla="*/ 7019365 w 7019365"/>
                <a:gd name="connsiteY3" fmla="*/ 0 h 3056965"/>
                <a:gd name="connsiteX0" fmla="*/ 0 w 7106829"/>
                <a:gd name="connsiteY0" fmla="*/ 0 h 3063591"/>
                <a:gd name="connsiteX1" fmla="*/ 1772829 w 7106829"/>
                <a:gd name="connsiteY1" fmla="*/ 3063591 h 3063591"/>
                <a:gd name="connsiteX2" fmla="*/ 5331817 w 7106829"/>
                <a:gd name="connsiteY2" fmla="*/ 3063591 h 3063591"/>
                <a:gd name="connsiteX3" fmla="*/ 7106829 w 7106829"/>
                <a:gd name="connsiteY3" fmla="*/ 6626 h 3063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6829" h="3063591">
                  <a:moveTo>
                    <a:pt x="0" y="0"/>
                  </a:moveTo>
                  <a:cubicBezTo>
                    <a:pt x="272746" y="460639"/>
                    <a:pt x="1494193" y="2590130"/>
                    <a:pt x="1772829" y="3063591"/>
                  </a:cubicBezTo>
                  <a:lnTo>
                    <a:pt x="5331817" y="3063591"/>
                  </a:lnTo>
                  <a:cubicBezTo>
                    <a:pt x="5647380" y="2515351"/>
                    <a:pt x="6871468" y="448227"/>
                    <a:pt x="7106829" y="6626"/>
                  </a:cubicBezTo>
                </a:path>
              </a:pathLst>
            </a:custGeom>
            <a:noFill/>
            <a:ln w="38100">
              <a:solidFill>
                <a:schemeClr val="accent3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Oswald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2910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B581DA8A-80A8-4143-8F5E-12165D183A5A}"/>
              </a:ext>
            </a:extLst>
          </p:cNvPr>
          <p:cNvSpPr txBox="1"/>
          <p:nvPr/>
        </p:nvSpPr>
        <p:spPr>
          <a:xfrm>
            <a:off x="4096428" y="693766"/>
            <a:ext cx="6064482" cy="6323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509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VISUAL REPRESENTATIONS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43F81A-D994-954A-8E64-9252DD4CE226}"/>
              </a:ext>
            </a:extLst>
          </p:cNvPr>
          <p:cNvSpPr txBox="1"/>
          <p:nvPr/>
        </p:nvSpPr>
        <p:spPr>
          <a:xfrm>
            <a:off x="4722951" y="8083550"/>
            <a:ext cx="4956783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Sector contribution breakdown (banking, real estate, trade, govt revenue)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F2E11D-B340-5B46-B0F2-58733FF72EA8}"/>
              </a:ext>
            </a:extLst>
          </p:cNvPr>
          <p:cNvSpPr txBox="1"/>
          <p:nvPr/>
        </p:nvSpPr>
        <p:spPr>
          <a:xfrm>
            <a:off x="9604396" y="7939504"/>
            <a:ext cx="4309301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2000" b="1" dirty="0">
                <a:solidFill>
                  <a:schemeClr val="accent3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Comparable global “city indices” (like New York, London, Dubai)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200465-90AC-6B4B-91BF-345AA75A5DA0}"/>
              </a:ext>
            </a:extLst>
          </p:cNvPr>
          <p:cNvSpPr txBox="1"/>
          <p:nvPr/>
        </p:nvSpPr>
        <p:spPr>
          <a:xfrm>
            <a:off x="413650" y="8210178"/>
            <a:ext cx="3868178" cy="70788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% change vs Lagos GDP growth.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79413E-B3F9-D6FF-4FDF-C1D2D79A5BA4}"/>
              </a:ext>
            </a:extLst>
          </p:cNvPr>
          <p:cNvGrpSpPr/>
          <p:nvPr/>
        </p:nvGrpSpPr>
        <p:grpSpPr>
          <a:xfrm>
            <a:off x="5108097" y="3260599"/>
            <a:ext cx="4186489" cy="4172201"/>
            <a:chOff x="5108099" y="3136900"/>
            <a:chExt cx="4186489" cy="417220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04E0834-794B-E04A-7E86-D5C6DA2D4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8099" y="3136900"/>
              <a:ext cx="4186489" cy="4172201"/>
            </a:xfrm>
            <a:prstGeom prst="rect">
              <a:avLst/>
            </a:prstGeom>
          </p:spPr>
        </p:pic>
        <p:graphicFrame>
          <p:nvGraphicFramePr>
            <p:cNvPr id="2" name="Chart 1">
              <a:extLst>
                <a:ext uri="{FF2B5EF4-FFF2-40B4-BE49-F238E27FC236}">
                  <a16:creationId xmlns:a16="http://schemas.microsoft.com/office/drawing/2014/main" id="{EF6326F3-88ED-3345-807F-A5DA59A048A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27121376"/>
                </p:ext>
              </p:extLst>
            </p:nvPr>
          </p:nvGraphicFramePr>
          <p:xfrm>
            <a:off x="5988637" y="4152225"/>
            <a:ext cx="2772079" cy="222596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8E88DA-E3B6-5498-34C5-D07A9DE0AACC}"/>
              </a:ext>
            </a:extLst>
          </p:cNvPr>
          <p:cNvGrpSpPr/>
          <p:nvPr/>
        </p:nvGrpSpPr>
        <p:grpSpPr>
          <a:xfrm>
            <a:off x="386262" y="3260599"/>
            <a:ext cx="4186489" cy="4172201"/>
            <a:chOff x="268302" y="3179107"/>
            <a:chExt cx="4186489" cy="417220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2FFB8DD-945E-BFC5-1884-49493D352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302" y="3179107"/>
              <a:ext cx="4186489" cy="4172201"/>
            </a:xfrm>
            <a:prstGeom prst="rect">
              <a:avLst/>
            </a:prstGeom>
          </p:spPr>
        </p:pic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7C07B4BA-4371-F74A-929A-9C402644C20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43669018"/>
                </p:ext>
              </p:extLst>
            </p:nvPr>
          </p:nvGraphicFramePr>
          <p:xfrm>
            <a:off x="1330283" y="4569300"/>
            <a:ext cx="2062525" cy="139181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468D8A-80D8-4789-110F-3C436516390E}"/>
              </a:ext>
            </a:extLst>
          </p:cNvPr>
          <p:cNvGrpSpPr/>
          <p:nvPr/>
        </p:nvGrpSpPr>
        <p:grpSpPr>
          <a:xfrm>
            <a:off x="9604396" y="3260599"/>
            <a:ext cx="4186489" cy="4172201"/>
            <a:chOff x="9508919" y="3278017"/>
            <a:chExt cx="4186489" cy="417220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FB80D94-50D1-9497-EF9B-06F55A4D3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08919" y="3278017"/>
              <a:ext cx="4186489" cy="4172201"/>
            </a:xfrm>
            <a:prstGeom prst="rect">
              <a:avLst/>
            </a:prstGeom>
          </p:spPr>
        </p:pic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1D589FA6-43B0-B844-9CE0-D20E9EB802E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37649506"/>
                </p:ext>
              </p:extLst>
            </p:nvPr>
          </p:nvGraphicFramePr>
          <p:xfrm>
            <a:off x="10465500" y="4569300"/>
            <a:ext cx="2039691" cy="153576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46B16D3-16DD-8853-2F64-5C4806210E00}"/>
              </a:ext>
            </a:extLst>
          </p:cNvPr>
          <p:cNvSpPr txBox="1"/>
          <p:nvPr/>
        </p:nvSpPr>
        <p:spPr>
          <a:xfrm>
            <a:off x="1087044" y="1454008"/>
            <a:ext cx="12478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spc="-70" dirty="0">
                <a:solidFill>
                  <a:schemeClr val="tx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Here are some possible visual representations of the index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B86C34-CFA6-D377-CDBA-BC1A14CDAF37}"/>
              </a:ext>
            </a:extLst>
          </p:cNvPr>
          <p:cNvSpPr txBox="1"/>
          <p:nvPr/>
        </p:nvSpPr>
        <p:spPr>
          <a:xfrm>
            <a:off x="973707" y="2318381"/>
            <a:ext cx="12455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76" dirty="0">
                <a:solidFill>
                  <a:schemeClr val="tx2"/>
                </a:solidFill>
                <a:latin typeface="Oswald" pitchFamily="2" charset="77"/>
              </a:rPr>
              <a:t>Monthly chart of LEI performance like the NGX All-Share Index, showing:  </a:t>
            </a:r>
          </a:p>
        </p:txBody>
      </p:sp>
    </p:spTree>
    <p:extLst>
      <p:ext uri="{BB962C8B-B14F-4D97-AF65-F5344CB8AC3E}">
        <p14:creationId xmlns:p14="http://schemas.microsoft.com/office/powerpoint/2010/main" val="3909894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13F5-926A-6351-A4D3-A689E0600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1B55E147-E41E-9574-142D-0391AADC589A}"/>
              </a:ext>
            </a:extLst>
          </p:cNvPr>
          <p:cNvSpPr txBox="1"/>
          <p:nvPr/>
        </p:nvSpPr>
        <p:spPr>
          <a:xfrm>
            <a:off x="1227045" y="2371364"/>
            <a:ext cx="12726451" cy="6231493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 concept is strong, but execution requires navigating real-world barriers</a:t>
            </a:r>
          </a:p>
          <a:p>
            <a:pPr algn="ctr"/>
            <a:endParaRPr lang="en-US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40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6B6425-5DC3-EA2C-E99A-E060D645D04C}"/>
              </a:ext>
            </a:extLst>
          </p:cNvPr>
          <p:cNvSpPr txBox="1"/>
          <p:nvPr/>
        </p:nvSpPr>
        <p:spPr>
          <a:xfrm>
            <a:off x="3825560" y="966256"/>
            <a:ext cx="62183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…IN CONCLUSION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CBF731E-53E7-FDB4-EF01-94D8D6E51E4D}"/>
              </a:ext>
            </a:extLst>
          </p:cNvPr>
          <p:cNvGrpSpPr/>
          <p:nvPr/>
        </p:nvGrpSpPr>
        <p:grpSpPr>
          <a:xfrm>
            <a:off x="4918869" y="4242394"/>
            <a:ext cx="4832316" cy="4360463"/>
            <a:chOff x="5530964" y="2586437"/>
            <a:chExt cx="7039621" cy="499424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1598A28-A974-3077-D217-16C00F86EA33}"/>
                </a:ext>
              </a:extLst>
            </p:cNvPr>
            <p:cNvGrpSpPr/>
            <p:nvPr/>
          </p:nvGrpSpPr>
          <p:grpSpPr>
            <a:xfrm>
              <a:off x="6476481" y="3341840"/>
              <a:ext cx="6094104" cy="3489722"/>
              <a:chOff x="4830761" y="4605592"/>
              <a:chExt cx="8043930" cy="4606268"/>
            </a:xfrm>
          </p:grpSpPr>
          <p:sp>
            <p:nvSpPr>
              <p:cNvPr id="13" name="Shape 60111">
                <a:extLst>
                  <a:ext uri="{FF2B5EF4-FFF2-40B4-BE49-F238E27FC236}">
                    <a16:creationId xmlns:a16="http://schemas.microsoft.com/office/drawing/2014/main" id="{2FA5F570-DCAE-7317-8DF0-393EE106DE07}"/>
                  </a:ext>
                </a:extLst>
              </p:cNvPr>
              <p:cNvSpPr/>
              <p:nvPr/>
            </p:nvSpPr>
            <p:spPr>
              <a:xfrm>
                <a:off x="9960110" y="5516495"/>
                <a:ext cx="1289936" cy="754004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2961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14" name="Shape 60112">
                <a:extLst>
                  <a:ext uri="{FF2B5EF4-FFF2-40B4-BE49-F238E27FC236}">
                    <a16:creationId xmlns:a16="http://schemas.microsoft.com/office/drawing/2014/main" id="{52AC90A8-2FA2-6B45-96CF-4CE1AD84ABAD}"/>
                  </a:ext>
                </a:extLst>
              </p:cNvPr>
              <p:cNvSpPr/>
              <p:nvPr/>
            </p:nvSpPr>
            <p:spPr>
              <a:xfrm>
                <a:off x="4833439" y="7395683"/>
                <a:ext cx="1401114" cy="18161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1582"/>
                    </a:moveTo>
                    <a:lnTo>
                      <a:pt x="21600" y="0"/>
                    </a:lnTo>
                    <a:lnTo>
                      <a:pt x="21600" y="10018"/>
                    </a:lnTo>
                    <a:lnTo>
                      <a:pt x="0" y="21600"/>
                    </a:lnTo>
                    <a:lnTo>
                      <a:pt x="0" y="11582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2961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15" name="Shape 60113">
                <a:extLst>
                  <a:ext uri="{FF2B5EF4-FFF2-40B4-BE49-F238E27FC236}">
                    <a16:creationId xmlns:a16="http://schemas.microsoft.com/office/drawing/2014/main" id="{4C67572D-6F21-8199-EB08-935D4F46C99F}"/>
                  </a:ext>
                </a:extLst>
              </p:cNvPr>
              <p:cNvSpPr/>
              <p:nvPr/>
            </p:nvSpPr>
            <p:spPr>
              <a:xfrm>
                <a:off x="6234370" y="7395839"/>
                <a:ext cx="1042122" cy="15662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11614"/>
                    </a:lnTo>
                    <a:lnTo>
                      <a:pt x="21600" y="21600"/>
                    </a:lnTo>
                    <a:lnTo>
                      <a:pt x="21600" y="99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2961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16" name="Shape 60114">
                <a:extLst>
                  <a:ext uri="{FF2B5EF4-FFF2-40B4-BE49-F238E27FC236}">
                    <a16:creationId xmlns:a16="http://schemas.microsoft.com/office/drawing/2014/main" id="{0681555F-B915-65FD-D1F2-3F195CFDFAFB}"/>
                  </a:ext>
                </a:extLst>
              </p:cNvPr>
              <p:cNvSpPr/>
              <p:nvPr/>
            </p:nvSpPr>
            <p:spPr>
              <a:xfrm>
                <a:off x="7276491" y="6727628"/>
                <a:ext cx="1407629" cy="22344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21600" y="8141"/>
                    </a:lnTo>
                    <a:lnTo>
                      <a:pt x="0" y="21600"/>
                    </a:lnTo>
                    <a:lnTo>
                      <a:pt x="0" y="13459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2961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17" name="Shape 60115">
                <a:extLst>
                  <a:ext uri="{FF2B5EF4-FFF2-40B4-BE49-F238E27FC236}">
                    <a16:creationId xmlns:a16="http://schemas.microsoft.com/office/drawing/2014/main" id="{DAF1DDCB-D1E3-23F4-A2D6-92CC1E88DB33}"/>
                  </a:ext>
                </a:extLst>
              </p:cNvPr>
              <p:cNvSpPr/>
              <p:nvPr/>
            </p:nvSpPr>
            <p:spPr>
              <a:xfrm>
                <a:off x="8675471" y="6707278"/>
                <a:ext cx="1416278" cy="21086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32" y="8835"/>
                    </a:lnTo>
                    <a:lnTo>
                      <a:pt x="21600" y="21600"/>
                    </a:lnTo>
                    <a:lnTo>
                      <a:pt x="21600" y="129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2961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18" name="Shape 60116">
                <a:extLst>
                  <a:ext uri="{FF2B5EF4-FFF2-40B4-BE49-F238E27FC236}">
                    <a16:creationId xmlns:a16="http://schemas.microsoft.com/office/drawing/2014/main" id="{8DE739F1-F327-8609-53D6-504201785A1B}"/>
                  </a:ext>
                </a:extLst>
              </p:cNvPr>
              <p:cNvSpPr/>
              <p:nvPr/>
            </p:nvSpPr>
            <p:spPr>
              <a:xfrm>
                <a:off x="10091747" y="5552972"/>
                <a:ext cx="1937986" cy="32629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0" y="16025"/>
                    </a:lnTo>
                    <a:lnTo>
                      <a:pt x="21600" y="0"/>
                    </a:lnTo>
                    <a:lnTo>
                      <a:pt x="21600" y="5575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2961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19" name="Shape 60117">
                <a:extLst>
                  <a:ext uri="{FF2B5EF4-FFF2-40B4-BE49-F238E27FC236}">
                    <a16:creationId xmlns:a16="http://schemas.microsoft.com/office/drawing/2014/main" id="{5B33779E-417D-5E0F-8AC4-89D2DB87A05F}"/>
                  </a:ext>
                </a:extLst>
              </p:cNvPr>
              <p:cNvSpPr/>
              <p:nvPr/>
            </p:nvSpPr>
            <p:spPr>
              <a:xfrm>
                <a:off x="12030003" y="5553186"/>
                <a:ext cx="836555" cy="14346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12679"/>
                    </a:lnTo>
                    <a:lnTo>
                      <a:pt x="21600" y="21600"/>
                    </a:lnTo>
                    <a:lnTo>
                      <a:pt x="21600" y="89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2961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12" name="Shape 60119">
                <a:extLst>
                  <a:ext uri="{FF2B5EF4-FFF2-40B4-BE49-F238E27FC236}">
                    <a16:creationId xmlns:a16="http://schemas.microsoft.com/office/drawing/2014/main" id="{076ACE00-DE63-635E-57FB-21205C90F800}"/>
                  </a:ext>
                </a:extLst>
              </p:cNvPr>
              <p:cNvSpPr/>
              <p:nvPr/>
            </p:nvSpPr>
            <p:spPr>
              <a:xfrm>
                <a:off x="4830761" y="4605592"/>
                <a:ext cx="8043930" cy="37688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752" y="5267"/>
                    </a:moveTo>
                    <a:lnTo>
                      <a:pt x="17189" y="5238"/>
                    </a:lnTo>
                    <a:lnTo>
                      <a:pt x="14130" y="14437"/>
                    </a:lnTo>
                    <a:lnTo>
                      <a:pt x="10346" y="8021"/>
                    </a:lnTo>
                    <a:lnTo>
                      <a:pt x="6583" y="17082"/>
                    </a:lnTo>
                    <a:lnTo>
                      <a:pt x="3856" y="14088"/>
                    </a:lnTo>
                    <a:lnTo>
                      <a:pt x="0" y="21600"/>
                    </a:lnTo>
                    <a:lnTo>
                      <a:pt x="3780" y="16030"/>
                    </a:lnTo>
                    <a:lnTo>
                      <a:pt x="6570" y="20173"/>
                    </a:lnTo>
                    <a:lnTo>
                      <a:pt x="10354" y="12187"/>
                    </a:lnTo>
                    <a:lnTo>
                      <a:pt x="14129" y="19344"/>
                    </a:lnTo>
                    <a:lnTo>
                      <a:pt x="19332" y="5454"/>
                    </a:lnTo>
                    <a:lnTo>
                      <a:pt x="21600" y="8890"/>
                    </a:lnTo>
                    <a:lnTo>
                      <a:pt x="19599" y="0"/>
                    </a:lnTo>
                    <a:lnTo>
                      <a:pt x="13752" y="5267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 sz="2961" dirty="0">
                  <a:latin typeface="Lato Light" panose="020F0502020204030203" pitchFamily="34" charset="0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6B5CC1-821A-8012-C0AE-317351F53EDF}"/>
                </a:ext>
              </a:extLst>
            </p:cNvPr>
            <p:cNvSpPr txBox="1"/>
            <p:nvPr/>
          </p:nvSpPr>
          <p:spPr>
            <a:xfrm>
              <a:off x="10936803" y="2586437"/>
              <a:ext cx="1633782" cy="740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211" b="1" dirty="0">
                  <a:solidFill>
                    <a:schemeClr val="accent1"/>
                  </a:solidFill>
                  <a:latin typeface="Poppins" pitchFamily="2" charset="77"/>
                  <a:cs typeface="Poppins" pitchFamily="2" charset="77"/>
                </a:rPr>
                <a:t>+75%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4239F26-1BA6-42A3-D91A-5D62ED0FCB8A}"/>
                </a:ext>
              </a:extLst>
            </p:cNvPr>
            <p:cNvSpPr txBox="1"/>
            <p:nvPr/>
          </p:nvSpPr>
          <p:spPr>
            <a:xfrm>
              <a:off x="5530964" y="6840350"/>
              <a:ext cx="1478290" cy="740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211" b="1" dirty="0">
                  <a:solidFill>
                    <a:schemeClr val="accent1">
                      <a:lumMod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-12%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E29EF9A-A1B6-DC2A-C419-FC47CFFF02EB}"/>
              </a:ext>
            </a:extLst>
          </p:cNvPr>
          <p:cNvSpPr txBox="1"/>
          <p:nvPr/>
        </p:nvSpPr>
        <p:spPr>
          <a:xfrm>
            <a:off x="4119969" y="9264860"/>
            <a:ext cx="6017399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What are your thoughts?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BC0F1C-B3B0-78C8-4FC8-3092C8F76D65}"/>
              </a:ext>
            </a:extLst>
          </p:cNvPr>
          <p:cNvGrpSpPr/>
          <p:nvPr/>
        </p:nvGrpSpPr>
        <p:grpSpPr>
          <a:xfrm>
            <a:off x="0" y="7612856"/>
            <a:ext cx="2188527" cy="3080544"/>
            <a:chOff x="4443210" y="5355825"/>
            <a:chExt cx="6595032" cy="8360182"/>
          </a:xfrm>
        </p:grpSpPr>
        <p:sp>
          <p:nvSpPr>
            <p:cNvPr id="4" name="Shape 59137">
              <a:extLst>
                <a:ext uri="{FF2B5EF4-FFF2-40B4-BE49-F238E27FC236}">
                  <a16:creationId xmlns:a16="http://schemas.microsoft.com/office/drawing/2014/main" id="{E44D7959-0457-9743-7F55-425C6F30FA4A}"/>
                </a:ext>
              </a:extLst>
            </p:cNvPr>
            <p:cNvSpPr/>
            <p:nvPr/>
          </p:nvSpPr>
          <p:spPr>
            <a:xfrm flipH="1">
              <a:off x="5535580" y="12515547"/>
              <a:ext cx="273136" cy="8059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787" y="0"/>
                  </a:moveTo>
                  <a:lnTo>
                    <a:pt x="0" y="2323"/>
                  </a:lnTo>
                  <a:lnTo>
                    <a:pt x="3216" y="21600"/>
                  </a:lnTo>
                  <a:lnTo>
                    <a:pt x="21600" y="13279"/>
                  </a:lnTo>
                  <a:lnTo>
                    <a:pt x="6787" y="0"/>
                  </a:lnTo>
                  <a:close/>
                </a:path>
              </a:pathLst>
            </a:cu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71438" tIns="71438" rIns="71438" bIns="71438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sp>
          <p:nvSpPr>
            <p:cNvPr id="5" name="Shape 59138">
              <a:extLst>
                <a:ext uri="{FF2B5EF4-FFF2-40B4-BE49-F238E27FC236}">
                  <a16:creationId xmlns:a16="http://schemas.microsoft.com/office/drawing/2014/main" id="{F9084B54-33AD-46D6-4201-EAA8EA804830}"/>
                </a:ext>
              </a:extLst>
            </p:cNvPr>
            <p:cNvSpPr/>
            <p:nvPr/>
          </p:nvSpPr>
          <p:spPr>
            <a:xfrm rot="840000" flipH="1">
              <a:off x="10231565" y="6970557"/>
              <a:ext cx="806677" cy="15904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1" h="21515" extrusionOk="0">
                  <a:moveTo>
                    <a:pt x="16954" y="9693"/>
                  </a:moveTo>
                  <a:cubicBezTo>
                    <a:pt x="17593" y="9975"/>
                    <a:pt x="18543" y="9894"/>
                    <a:pt x="19297" y="10073"/>
                  </a:cubicBezTo>
                  <a:cubicBezTo>
                    <a:pt x="20738" y="10415"/>
                    <a:pt x="20842" y="11330"/>
                    <a:pt x="20971" y="12131"/>
                  </a:cubicBezTo>
                  <a:cubicBezTo>
                    <a:pt x="21122" y="13066"/>
                    <a:pt x="21545" y="14000"/>
                    <a:pt x="21272" y="14931"/>
                  </a:cubicBezTo>
                  <a:cubicBezTo>
                    <a:pt x="21039" y="15727"/>
                    <a:pt x="20311" y="16464"/>
                    <a:pt x="19196" y="17032"/>
                  </a:cubicBezTo>
                  <a:lnTo>
                    <a:pt x="20181" y="21303"/>
                  </a:lnTo>
                  <a:lnTo>
                    <a:pt x="6182" y="21515"/>
                  </a:lnTo>
                  <a:cubicBezTo>
                    <a:pt x="6925" y="20583"/>
                    <a:pt x="6757" y="19526"/>
                    <a:pt x="5731" y="18667"/>
                  </a:cubicBezTo>
                  <a:cubicBezTo>
                    <a:pt x="5389" y="18382"/>
                    <a:pt x="4960" y="18127"/>
                    <a:pt x="4536" y="17872"/>
                  </a:cubicBezTo>
                  <a:cubicBezTo>
                    <a:pt x="3845" y="17457"/>
                    <a:pt x="3161" y="17033"/>
                    <a:pt x="2697" y="16541"/>
                  </a:cubicBezTo>
                  <a:cubicBezTo>
                    <a:pt x="2194" y="16008"/>
                    <a:pt x="1976" y="15421"/>
                    <a:pt x="1618" y="14859"/>
                  </a:cubicBezTo>
                  <a:cubicBezTo>
                    <a:pt x="1291" y="14345"/>
                    <a:pt x="850" y="13842"/>
                    <a:pt x="517" y="13351"/>
                  </a:cubicBezTo>
                  <a:cubicBezTo>
                    <a:pt x="309" y="13043"/>
                    <a:pt x="151" y="12739"/>
                    <a:pt x="56" y="12413"/>
                  </a:cubicBezTo>
                  <a:cubicBezTo>
                    <a:pt x="-55" y="12035"/>
                    <a:pt x="-39" y="11644"/>
                    <a:pt x="474" y="11383"/>
                  </a:cubicBezTo>
                  <a:cubicBezTo>
                    <a:pt x="936" y="11148"/>
                    <a:pt x="1685" y="11124"/>
                    <a:pt x="2209" y="10918"/>
                  </a:cubicBezTo>
                  <a:cubicBezTo>
                    <a:pt x="2923" y="10637"/>
                    <a:pt x="3049" y="10097"/>
                    <a:pt x="3795" y="9835"/>
                  </a:cubicBezTo>
                  <a:cubicBezTo>
                    <a:pt x="4369" y="9634"/>
                    <a:pt x="5120" y="9668"/>
                    <a:pt x="5767" y="9543"/>
                  </a:cubicBezTo>
                  <a:cubicBezTo>
                    <a:pt x="6949" y="9314"/>
                    <a:pt x="7698" y="8579"/>
                    <a:pt x="9010" y="8630"/>
                  </a:cubicBezTo>
                  <a:cubicBezTo>
                    <a:pt x="9414" y="8646"/>
                    <a:pt x="9781" y="8747"/>
                    <a:pt x="10171" y="8801"/>
                  </a:cubicBezTo>
                  <a:cubicBezTo>
                    <a:pt x="10505" y="8848"/>
                    <a:pt x="10854" y="8859"/>
                    <a:pt x="11198" y="8835"/>
                  </a:cubicBezTo>
                  <a:cubicBezTo>
                    <a:pt x="11569" y="6525"/>
                    <a:pt x="11688" y="4207"/>
                    <a:pt x="11553" y="1890"/>
                  </a:cubicBezTo>
                  <a:cubicBezTo>
                    <a:pt x="11512" y="1186"/>
                    <a:pt x="11612" y="408"/>
                    <a:pt x="12799" y="100"/>
                  </a:cubicBezTo>
                  <a:cubicBezTo>
                    <a:pt x="13510" y="-85"/>
                    <a:pt x="14361" y="-2"/>
                    <a:pt x="14991" y="255"/>
                  </a:cubicBezTo>
                  <a:cubicBezTo>
                    <a:pt x="16109" y="711"/>
                    <a:pt x="16246" y="1501"/>
                    <a:pt x="16270" y="2238"/>
                  </a:cubicBezTo>
                  <a:cubicBezTo>
                    <a:pt x="16338" y="4388"/>
                    <a:pt x="16075" y="6540"/>
                    <a:pt x="16288" y="8689"/>
                  </a:cubicBezTo>
                  <a:cubicBezTo>
                    <a:pt x="16325" y="9059"/>
                    <a:pt x="16406" y="9452"/>
                    <a:pt x="16954" y="969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71438" tIns="71438" rIns="71438" bIns="71438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grpSp>
          <p:nvGrpSpPr>
            <p:cNvPr id="6" name="Group 59144">
              <a:extLst>
                <a:ext uri="{FF2B5EF4-FFF2-40B4-BE49-F238E27FC236}">
                  <a16:creationId xmlns:a16="http://schemas.microsoft.com/office/drawing/2014/main" id="{6F598D3F-A788-D73B-CAE0-8A81D68448B9}"/>
                </a:ext>
              </a:extLst>
            </p:cNvPr>
            <p:cNvGrpSpPr/>
            <p:nvPr/>
          </p:nvGrpSpPr>
          <p:grpSpPr>
            <a:xfrm>
              <a:off x="4443210" y="7670105"/>
              <a:ext cx="6297030" cy="6045902"/>
              <a:chOff x="0" y="0"/>
              <a:chExt cx="4477880" cy="4299302"/>
            </a:xfrm>
          </p:grpSpPr>
          <p:sp>
            <p:nvSpPr>
              <p:cNvPr id="27" name="Shape 59140">
                <a:extLst>
                  <a:ext uri="{FF2B5EF4-FFF2-40B4-BE49-F238E27FC236}">
                    <a16:creationId xmlns:a16="http://schemas.microsoft.com/office/drawing/2014/main" id="{A019E455-D171-9093-18F0-66499EB19B36}"/>
                  </a:ext>
                </a:extLst>
              </p:cNvPr>
              <p:cNvSpPr/>
              <p:nvPr/>
            </p:nvSpPr>
            <p:spPr>
              <a:xfrm>
                <a:off x="931659" y="3231772"/>
                <a:ext cx="2157493" cy="10675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9" h="21600" extrusionOk="0">
                    <a:moveTo>
                      <a:pt x="705" y="0"/>
                    </a:moveTo>
                    <a:cubicBezTo>
                      <a:pt x="353" y="4475"/>
                      <a:pt x="132" y="8985"/>
                      <a:pt x="42" y="13512"/>
                    </a:cubicBezTo>
                    <a:cubicBezTo>
                      <a:pt x="-11" y="16207"/>
                      <a:pt x="-6" y="18903"/>
                      <a:pt x="12" y="21600"/>
                    </a:cubicBezTo>
                    <a:lnTo>
                      <a:pt x="21589" y="21600"/>
                    </a:lnTo>
                    <a:cubicBezTo>
                      <a:pt x="21526" y="20434"/>
                      <a:pt x="21457" y="19270"/>
                      <a:pt x="21396" y="18103"/>
                    </a:cubicBezTo>
                    <a:lnTo>
                      <a:pt x="20072" y="329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5">
                  <a:lumMod val="90000"/>
                  <a:lumOff val="10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8" tIns="71438" rIns="71438" bIns="71438" numCol="1" anchor="ctr">
                <a:noAutofit/>
              </a:bodyPr>
              <a:lstStyle/>
              <a:p>
                <a:endParaRPr sz="5063" dirty="0">
                  <a:latin typeface="Lato Light" panose="020F0502020204030203" pitchFamily="34" charset="0"/>
                </a:endParaRPr>
              </a:p>
            </p:txBody>
          </p:sp>
          <p:grpSp>
            <p:nvGrpSpPr>
              <p:cNvPr id="28" name="Group 59143">
                <a:extLst>
                  <a:ext uri="{FF2B5EF4-FFF2-40B4-BE49-F238E27FC236}">
                    <a16:creationId xmlns:a16="http://schemas.microsoft.com/office/drawing/2014/main" id="{774F0083-4FC1-0869-5423-97EE17E3D59A}"/>
                  </a:ext>
                </a:extLst>
              </p:cNvPr>
              <p:cNvGrpSpPr/>
              <p:nvPr/>
            </p:nvGrpSpPr>
            <p:grpSpPr>
              <a:xfrm>
                <a:off x="-1" y="0"/>
                <a:ext cx="4477882" cy="3949666"/>
                <a:chOff x="0" y="0"/>
                <a:chExt cx="4477880" cy="3949665"/>
              </a:xfrm>
            </p:grpSpPr>
            <p:sp>
              <p:nvSpPr>
                <p:cNvPr id="29" name="Shape 59141">
                  <a:extLst>
                    <a:ext uri="{FF2B5EF4-FFF2-40B4-BE49-F238E27FC236}">
                      <a16:creationId xmlns:a16="http://schemas.microsoft.com/office/drawing/2014/main" id="{97848710-D3BD-FDAB-4814-15A549FD0C18}"/>
                    </a:ext>
                  </a:extLst>
                </p:cNvPr>
                <p:cNvSpPr/>
                <p:nvPr/>
              </p:nvSpPr>
              <p:spPr>
                <a:xfrm flipH="1">
                  <a:off x="-1" y="30078"/>
                  <a:ext cx="4477882" cy="39195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77" h="21600" extrusionOk="0">
                      <a:moveTo>
                        <a:pt x="11163" y="0"/>
                      </a:moveTo>
                      <a:cubicBezTo>
                        <a:pt x="10588" y="273"/>
                        <a:pt x="10005" y="524"/>
                        <a:pt x="9416" y="753"/>
                      </a:cubicBezTo>
                      <a:cubicBezTo>
                        <a:pt x="8694" y="1033"/>
                        <a:pt x="7954" y="1285"/>
                        <a:pt x="7322" y="1778"/>
                      </a:cubicBezTo>
                      <a:cubicBezTo>
                        <a:pt x="6456" y="2453"/>
                        <a:pt x="5893" y="3488"/>
                        <a:pt x="5366" y="4508"/>
                      </a:cubicBezTo>
                      <a:cubicBezTo>
                        <a:pt x="4947" y="5317"/>
                        <a:pt x="4539" y="6137"/>
                        <a:pt x="4142" y="6967"/>
                      </a:cubicBezTo>
                      <a:lnTo>
                        <a:pt x="2580" y="2708"/>
                      </a:lnTo>
                      <a:lnTo>
                        <a:pt x="0" y="3350"/>
                      </a:lnTo>
                      <a:cubicBezTo>
                        <a:pt x="409" y="4584"/>
                        <a:pt x="802" y="5830"/>
                        <a:pt x="1166" y="7083"/>
                      </a:cubicBezTo>
                      <a:cubicBezTo>
                        <a:pt x="1478" y="8157"/>
                        <a:pt x="1807" y="9239"/>
                        <a:pt x="2242" y="10233"/>
                      </a:cubicBezTo>
                      <a:cubicBezTo>
                        <a:pt x="2454" y="10717"/>
                        <a:pt x="2698" y="11211"/>
                        <a:pt x="3127" y="11433"/>
                      </a:cubicBezTo>
                      <a:cubicBezTo>
                        <a:pt x="3464" y="11607"/>
                        <a:pt x="3846" y="11572"/>
                        <a:pt x="4199" y="11448"/>
                      </a:cubicBezTo>
                      <a:cubicBezTo>
                        <a:pt x="4743" y="11256"/>
                        <a:pt x="5212" y="10867"/>
                        <a:pt x="5643" y="10442"/>
                      </a:cubicBezTo>
                      <a:cubicBezTo>
                        <a:pt x="6625" y="9473"/>
                        <a:pt x="7469" y="8336"/>
                        <a:pt x="8157" y="7075"/>
                      </a:cubicBezTo>
                      <a:lnTo>
                        <a:pt x="7362" y="17914"/>
                      </a:lnTo>
                      <a:lnTo>
                        <a:pt x="16700" y="17911"/>
                      </a:lnTo>
                      <a:cubicBezTo>
                        <a:pt x="16644" y="17273"/>
                        <a:pt x="16578" y="16636"/>
                        <a:pt x="16502" y="16000"/>
                      </a:cubicBezTo>
                      <a:cubicBezTo>
                        <a:pt x="16418" y="15286"/>
                        <a:pt x="16321" y="14574"/>
                        <a:pt x="16212" y="13864"/>
                      </a:cubicBezTo>
                      <a:cubicBezTo>
                        <a:pt x="16338" y="13310"/>
                        <a:pt x="16477" y="12758"/>
                        <a:pt x="16630" y="12209"/>
                      </a:cubicBezTo>
                      <a:cubicBezTo>
                        <a:pt x="16862" y="11376"/>
                        <a:pt x="17124" y="10553"/>
                        <a:pt x="17415" y="9745"/>
                      </a:cubicBezTo>
                      <a:lnTo>
                        <a:pt x="18675" y="12975"/>
                      </a:lnTo>
                      <a:lnTo>
                        <a:pt x="16933" y="18527"/>
                      </a:lnTo>
                      <a:cubicBezTo>
                        <a:pt x="17079" y="19120"/>
                        <a:pt x="17218" y="19716"/>
                        <a:pt x="17350" y="20313"/>
                      </a:cubicBezTo>
                      <a:cubicBezTo>
                        <a:pt x="17445" y="20741"/>
                        <a:pt x="17537" y="21170"/>
                        <a:pt x="17625" y="21600"/>
                      </a:cubicBezTo>
                      <a:cubicBezTo>
                        <a:pt x="18309" y="20488"/>
                        <a:pt x="18962" y="19351"/>
                        <a:pt x="19582" y="18191"/>
                      </a:cubicBezTo>
                      <a:cubicBezTo>
                        <a:pt x="20163" y="17107"/>
                        <a:pt x="20715" y="16000"/>
                        <a:pt x="21135" y="14821"/>
                      </a:cubicBezTo>
                      <a:cubicBezTo>
                        <a:pt x="21247" y="14504"/>
                        <a:pt x="21350" y="14182"/>
                        <a:pt x="21410" y="13847"/>
                      </a:cubicBezTo>
                      <a:cubicBezTo>
                        <a:pt x="21600" y="12782"/>
                        <a:pt x="21349" y="11705"/>
                        <a:pt x="21104" y="10657"/>
                      </a:cubicBezTo>
                      <a:cubicBezTo>
                        <a:pt x="20795" y="9333"/>
                        <a:pt x="20479" y="7981"/>
                        <a:pt x="20171" y="6659"/>
                      </a:cubicBezTo>
                      <a:cubicBezTo>
                        <a:pt x="20038" y="6090"/>
                        <a:pt x="19903" y="5521"/>
                        <a:pt x="19748" y="4971"/>
                      </a:cubicBezTo>
                      <a:cubicBezTo>
                        <a:pt x="19601" y="4446"/>
                        <a:pt x="19431" y="3928"/>
                        <a:pt x="19192" y="3450"/>
                      </a:cubicBezTo>
                      <a:cubicBezTo>
                        <a:pt x="18583" y="2234"/>
                        <a:pt x="17585" y="1364"/>
                        <a:pt x="16472" y="789"/>
                      </a:cubicBezTo>
                      <a:cubicBezTo>
                        <a:pt x="16209" y="653"/>
                        <a:pt x="15940" y="534"/>
                        <a:pt x="15667" y="427"/>
                      </a:cubicBezTo>
                      <a:cubicBezTo>
                        <a:pt x="15441" y="338"/>
                        <a:pt x="15212" y="258"/>
                        <a:pt x="14979" y="199"/>
                      </a:cubicBezTo>
                      <a:cubicBezTo>
                        <a:pt x="14329" y="37"/>
                        <a:pt x="13662" y="47"/>
                        <a:pt x="13001" y="43"/>
                      </a:cubicBezTo>
                      <a:cubicBezTo>
                        <a:pt x="12390" y="41"/>
                        <a:pt x="11777" y="26"/>
                        <a:pt x="11163" y="0"/>
                      </a:cubicBezTo>
                      <a:close/>
                    </a:path>
                  </a:pathLst>
                </a:custGeom>
                <a:solidFill>
                  <a:schemeClr val="accent5">
                    <a:lumMod val="90000"/>
                    <a:lumOff val="1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8" tIns="71438" rIns="71438" bIns="71438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30" name="Shape 59142">
                  <a:extLst>
                    <a:ext uri="{FF2B5EF4-FFF2-40B4-BE49-F238E27FC236}">
                      <a16:creationId xmlns:a16="http://schemas.microsoft.com/office/drawing/2014/main" id="{93C8ADBB-CA2F-7B32-EC27-C639C210CB02}"/>
                    </a:ext>
                  </a:extLst>
                </p:cNvPr>
                <p:cNvSpPr/>
                <p:nvPr/>
              </p:nvSpPr>
              <p:spPr>
                <a:xfrm flipH="1">
                  <a:off x="1326545" y="0"/>
                  <a:ext cx="1010948" cy="32819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7" extrusionOk="0">
                      <a:moveTo>
                        <a:pt x="4166" y="128"/>
                      </a:moveTo>
                      <a:lnTo>
                        <a:pt x="0" y="21320"/>
                      </a:lnTo>
                      <a:cubicBezTo>
                        <a:pt x="3568" y="21507"/>
                        <a:pt x="7181" y="21600"/>
                        <a:pt x="10800" y="21597"/>
                      </a:cubicBezTo>
                      <a:cubicBezTo>
                        <a:pt x="14421" y="21594"/>
                        <a:pt x="18034" y="21496"/>
                        <a:pt x="21600" y="21303"/>
                      </a:cubicBezTo>
                      <a:cubicBezTo>
                        <a:pt x="17268" y="20517"/>
                        <a:pt x="14003" y="19275"/>
                        <a:pt x="12406" y="17807"/>
                      </a:cubicBezTo>
                      <a:cubicBezTo>
                        <a:pt x="12078" y="17505"/>
                        <a:pt x="11824" y="17196"/>
                        <a:pt x="11674" y="16881"/>
                      </a:cubicBezTo>
                      <a:cubicBezTo>
                        <a:pt x="11227" y="15945"/>
                        <a:pt x="11691" y="15017"/>
                        <a:pt x="12139" y="14087"/>
                      </a:cubicBezTo>
                      <a:cubicBezTo>
                        <a:pt x="13436" y="11396"/>
                        <a:pt x="14605" y="8696"/>
                        <a:pt x="16561" y="6043"/>
                      </a:cubicBezTo>
                      <a:cubicBezTo>
                        <a:pt x="17319" y="5015"/>
                        <a:pt x="18195" y="3994"/>
                        <a:pt x="18640" y="2948"/>
                      </a:cubicBezTo>
                      <a:cubicBezTo>
                        <a:pt x="19056" y="1970"/>
                        <a:pt x="19090" y="981"/>
                        <a:pt x="18741" y="0"/>
                      </a:cubicBezTo>
                      <a:lnTo>
                        <a:pt x="4166" y="12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8" tIns="71438" rIns="71438" bIns="71438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</p:grpSp>
        </p:grpSp>
        <p:sp>
          <p:nvSpPr>
            <p:cNvPr id="7" name="Shape 59146">
              <a:extLst>
                <a:ext uri="{FF2B5EF4-FFF2-40B4-BE49-F238E27FC236}">
                  <a16:creationId xmlns:a16="http://schemas.microsoft.com/office/drawing/2014/main" id="{00A8CB8E-9147-C826-4F90-E1085414A045}"/>
                </a:ext>
              </a:extLst>
            </p:cNvPr>
            <p:cNvSpPr/>
            <p:nvPr/>
          </p:nvSpPr>
          <p:spPr>
            <a:xfrm>
              <a:off x="6496772" y="7631424"/>
              <a:ext cx="963924" cy="298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1407"/>
                  </a:lnTo>
                  <a:lnTo>
                    <a:pt x="1989" y="21600"/>
                  </a:lnTo>
                  <a:lnTo>
                    <a:pt x="19176" y="19867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71438" tIns="71438" rIns="71438" bIns="71438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sp>
          <p:nvSpPr>
            <p:cNvPr id="8" name="Shape 59147">
              <a:extLst>
                <a:ext uri="{FF2B5EF4-FFF2-40B4-BE49-F238E27FC236}">
                  <a16:creationId xmlns:a16="http://schemas.microsoft.com/office/drawing/2014/main" id="{11231B86-7030-B150-CBEB-3B03D1CF2933}"/>
                </a:ext>
              </a:extLst>
            </p:cNvPr>
            <p:cNvSpPr/>
            <p:nvPr/>
          </p:nvSpPr>
          <p:spPr>
            <a:xfrm flipH="1">
              <a:off x="6607096" y="7548873"/>
              <a:ext cx="752938" cy="842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26" y="0"/>
                  </a:moveTo>
                  <a:cubicBezTo>
                    <a:pt x="2568" y="1299"/>
                    <a:pt x="2341" y="2590"/>
                    <a:pt x="2046" y="3870"/>
                  </a:cubicBezTo>
                  <a:cubicBezTo>
                    <a:pt x="1552" y="6020"/>
                    <a:pt x="867" y="8131"/>
                    <a:pt x="0" y="10184"/>
                  </a:cubicBezTo>
                  <a:lnTo>
                    <a:pt x="10993" y="21600"/>
                  </a:lnTo>
                  <a:lnTo>
                    <a:pt x="21600" y="10184"/>
                  </a:lnTo>
                  <a:cubicBezTo>
                    <a:pt x="20733" y="8131"/>
                    <a:pt x="20048" y="6020"/>
                    <a:pt x="19554" y="3870"/>
                  </a:cubicBezTo>
                  <a:cubicBezTo>
                    <a:pt x="19259" y="2590"/>
                    <a:pt x="19032" y="1299"/>
                    <a:pt x="18874" y="0"/>
                  </a:cubicBezTo>
                  <a:lnTo>
                    <a:pt x="2726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71438" tIns="71438" rIns="71438" bIns="71438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sp>
          <p:nvSpPr>
            <p:cNvPr id="9" name="Shape 59148">
              <a:extLst>
                <a:ext uri="{FF2B5EF4-FFF2-40B4-BE49-F238E27FC236}">
                  <a16:creationId xmlns:a16="http://schemas.microsoft.com/office/drawing/2014/main" id="{A6CB87B7-E4D6-B33F-E22F-DD01EFE48219}"/>
                </a:ext>
              </a:extLst>
            </p:cNvPr>
            <p:cNvSpPr/>
            <p:nvPr/>
          </p:nvSpPr>
          <p:spPr>
            <a:xfrm>
              <a:off x="6338552" y="7636556"/>
              <a:ext cx="1293133" cy="985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26" y="0"/>
                  </a:moveTo>
                  <a:lnTo>
                    <a:pt x="10590" y="16423"/>
                  </a:lnTo>
                  <a:lnTo>
                    <a:pt x="2694" y="343"/>
                  </a:lnTo>
                  <a:lnTo>
                    <a:pt x="0" y="4026"/>
                  </a:lnTo>
                  <a:lnTo>
                    <a:pt x="4978" y="21600"/>
                  </a:lnTo>
                  <a:lnTo>
                    <a:pt x="10618" y="16558"/>
                  </a:lnTo>
                  <a:lnTo>
                    <a:pt x="17582" y="21478"/>
                  </a:lnTo>
                  <a:lnTo>
                    <a:pt x="21600" y="4773"/>
                  </a:lnTo>
                  <a:lnTo>
                    <a:pt x="18626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71438" tIns="71438" rIns="71438" bIns="71438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sp>
          <p:nvSpPr>
            <p:cNvPr id="10" name="Shape 59150">
              <a:extLst>
                <a:ext uri="{FF2B5EF4-FFF2-40B4-BE49-F238E27FC236}">
                  <a16:creationId xmlns:a16="http://schemas.microsoft.com/office/drawing/2014/main" id="{A547545F-DAD9-9A62-3C31-E5E77AD90EFE}"/>
                </a:ext>
              </a:extLst>
            </p:cNvPr>
            <p:cNvSpPr/>
            <p:nvPr/>
          </p:nvSpPr>
          <p:spPr>
            <a:xfrm flipH="1">
              <a:off x="6094985" y="5874009"/>
              <a:ext cx="1776847" cy="1969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9" h="21544" extrusionOk="0">
                  <a:moveTo>
                    <a:pt x="13300" y="0"/>
                  </a:moveTo>
                  <a:cubicBezTo>
                    <a:pt x="12956" y="318"/>
                    <a:pt x="12587" y="607"/>
                    <a:pt x="12192" y="871"/>
                  </a:cubicBezTo>
                  <a:cubicBezTo>
                    <a:pt x="11552" y="1300"/>
                    <a:pt x="10851" y="1648"/>
                    <a:pt x="10112" y="1913"/>
                  </a:cubicBezTo>
                  <a:cubicBezTo>
                    <a:pt x="10319" y="1723"/>
                    <a:pt x="10459" y="1484"/>
                    <a:pt x="10514" y="1221"/>
                  </a:cubicBezTo>
                  <a:cubicBezTo>
                    <a:pt x="10558" y="1008"/>
                    <a:pt x="10548" y="786"/>
                    <a:pt x="10478" y="578"/>
                  </a:cubicBezTo>
                  <a:cubicBezTo>
                    <a:pt x="9313" y="1174"/>
                    <a:pt x="8059" y="1612"/>
                    <a:pt x="6754" y="1872"/>
                  </a:cubicBezTo>
                  <a:cubicBezTo>
                    <a:pt x="5463" y="2131"/>
                    <a:pt x="4134" y="2217"/>
                    <a:pt x="2816" y="2125"/>
                  </a:cubicBezTo>
                  <a:cubicBezTo>
                    <a:pt x="2220" y="3390"/>
                    <a:pt x="1861" y="4718"/>
                    <a:pt x="1656" y="6065"/>
                  </a:cubicBezTo>
                  <a:cubicBezTo>
                    <a:pt x="1642" y="6361"/>
                    <a:pt x="1604" y="6650"/>
                    <a:pt x="1530" y="6928"/>
                  </a:cubicBezTo>
                  <a:cubicBezTo>
                    <a:pt x="1397" y="8433"/>
                    <a:pt x="1483" y="9954"/>
                    <a:pt x="1843" y="11446"/>
                  </a:cubicBezTo>
                  <a:cubicBezTo>
                    <a:pt x="1911" y="11727"/>
                    <a:pt x="1990" y="12009"/>
                    <a:pt x="2075" y="12285"/>
                  </a:cubicBezTo>
                  <a:cubicBezTo>
                    <a:pt x="1592" y="10912"/>
                    <a:pt x="1201" y="9521"/>
                    <a:pt x="861" y="8125"/>
                  </a:cubicBezTo>
                  <a:cubicBezTo>
                    <a:pt x="719" y="8264"/>
                    <a:pt x="567" y="8397"/>
                    <a:pt x="441" y="8548"/>
                  </a:cubicBezTo>
                  <a:cubicBezTo>
                    <a:pt x="-143" y="9252"/>
                    <a:pt x="-78" y="10170"/>
                    <a:pt x="236" y="10966"/>
                  </a:cubicBezTo>
                  <a:cubicBezTo>
                    <a:pt x="568" y="11810"/>
                    <a:pt x="1180" y="12555"/>
                    <a:pt x="2039" y="13083"/>
                  </a:cubicBezTo>
                  <a:cubicBezTo>
                    <a:pt x="2855" y="15320"/>
                    <a:pt x="4137" y="17291"/>
                    <a:pt x="5745" y="18953"/>
                  </a:cubicBezTo>
                  <a:cubicBezTo>
                    <a:pt x="7014" y="20263"/>
                    <a:pt x="8613" y="21485"/>
                    <a:pt x="10657" y="21541"/>
                  </a:cubicBezTo>
                  <a:cubicBezTo>
                    <a:pt x="12760" y="21600"/>
                    <a:pt x="14461" y="20433"/>
                    <a:pt x="15773" y="19124"/>
                  </a:cubicBezTo>
                  <a:cubicBezTo>
                    <a:pt x="17429" y="17472"/>
                    <a:pt x="18669" y="15428"/>
                    <a:pt x="19274" y="13083"/>
                  </a:cubicBezTo>
                  <a:cubicBezTo>
                    <a:pt x="20133" y="12555"/>
                    <a:pt x="20754" y="11810"/>
                    <a:pt x="21086" y="10966"/>
                  </a:cubicBezTo>
                  <a:cubicBezTo>
                    <a:pt x="21400" y="10170"/>
                    <a:pt x="21457" y="9252"/>
                    <a:pt x="20872" y="8548"/>
                  </a:cubicBezTo>
                  <a:cubicBezTo>
                    <a:pt x="20784" y="8443"/>
                    <a:pt x="20679" y="8350"/>
                    <a:pt x="20577" y="8255"/>
                  </a:cubicBezTo>
                  <a:cubicBezTo>
                    <a:pt x="20300" y="9250"/>
                    <a:pt x="19967" y="10231"/>
                    <a:pt x="19506" y="11178"/>
                  </a:cubicBezTo>
                  <a:cubicBezTo>
                    <a:pt x="19685" y="9686"/>
                    <a:pt x="19673" y="8203"/>
                    <a:pt x="19497" y="6749"/>
                  </a:cubicBezTo>
                  <a:cubicBezTo>
                    <a:pt x="19314" y="5236"/>
                    <a:pt x="18945" y="3701"/>
                    <a:pt x="17943" y="2418"/>
                  </a:cubicBezTo>
                  <a:cubicBezTo>
                    <a:pt x="16861" y="1032"/>
                    <a:pt x="15158" y="148"/>
                    <a:pt x="1330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71438" tIns="71438" rIns="71438" bIns="71438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sp>
          <p:nvSpPr>
            <p:cNvPr id="11" name="Shape 59151">
              <a:extLst>
                <a:ext uri="{FF2B5EF4-FFF2-40B4-BE49-F238E27FC236}">
                  <a16:creationId xmlns:a16="http://schemas.microsoft.com/office/drawing/2014/main" id="{2C57EFB1-8245-9394-0999-978EF4683F22}"/>
                </a:ext>
              </a:extLst>
            </p:cNvPr>
            <p:cNvSpPr/>
            <p:nvPr/>
          </p:nvSpPr>
          <p:spPr>
            <a:xfrm flipH="1">
              <a:off x="6102864" y="5355825"/>
              <a:ext cx="1760965" cy="16412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74" h="19990" extrusionOk="0">
                  <a:moveTo>
                    <a:pt x="10403" y="6958"/>
                  </a:moveTo>
                  <a:cubicBezTo>
                    <a:pt x="9235" y="7621"/>
                    <a:pt x="7977" y="8106"/>
                    <a:pt x="6669" y="8396"/>
                  </a:cubicBezTo>
                  <a:cubicBezTo>
                    <a:pt x="5375" y="8684"/>
                    <a:pt x="4047" y="8778"/>
                    <a:pt x="2726" y="8675"/>
                  </a:cubicBezTo>
                  <a:cubicBezTo>
                    <a:pt x="1338" y="11949"/>
                    <a:pt x="997" y="15580"/>
                    <a:pt x="1752" y="19060"/>
                  </a:cubicBezTo>
                  <a:cubicBezTo>
                    <a:pt x="1819" y="19372"/>
                    <a:pt x="1896" y="19682"/>
                    <a:pt x="1981" y="19990"/>
                  </a:cubicBezTo>
                  <a:cubicBezTo>
                    <a:pt x="1362" y="18037"/>
                    <a:pt x="861" y="16058"/>
                    <a:pt x="476" y="14065"/>
                  </a:cubicBezTo>
                  <a:cubicBezTo>
                    <a:pt x="-15" y="11518"/>
                    <a:pt x="-311" y="8872"/>
                    <a:pt x="531" y="6418"/>
                  </a:cubicBezTo>
                  <a:cubicBezTo>
                    <a:pt x="2421" y="911"/>
                    <a:pt x="8698" y="-1610"/>
                    <a:pt x="13800" y="1089"/>
                  </a:cubicBezTo>
                  <a:cubicBezTo>
                    <a:pt x="15692" y="966"/>
                    <a:pt x="17519" y="1694"/>
                    <a:pt x="18818" y="3045"/>
                  </a:cubicBezTo>
                  <a:cubicBezTo>
                    <a:pt x="20470" y="4764"/>
                    <a:pt x="21050" y="7209"/>
                    <a:pt x="21155" y="9649"/>
                  </a:cubicBezTo>
                  <a:cubicBezTo>
                    <a:pt x="21289" y="12776"/>
                    <a:pt x="20707" y="15889"/>
                    <a:pt x="19448" y="18762"/>
                  </a:cubicBezTo>
                  <a:cubicBezTo>
                    <a:pt x="19627" y="17100"/>
                    <a:pt x="19622" y="15449"/>
                    <a:pt x="19446" y="13830"/>
                  </a:cubicBezTo>
                  <a:cubicBezTo>
                    <a:pt x="19263" y="12145"/>
                    <a:pt x="18886" y="10429"/>
                    <a:pt x="17881" y="9000"/>
                  </a:cubicBezTo>
                  <a:cubicBezTo>
                    <a:pt x="16797" y="7457"/>
                    <a:pt x="15098" y="6473"/>
                    <a:pt x="13235" y="6308"/>
                  </a:cubicBezTo>
                  <a:cubicBezTo>
                    <a:pt x="12891" y="6662"/>
                    <a:pt x="12519" y="6987"/>
                    <a:pt x="12124" y="7281"/>
                  </a:cubicBezTo>
                  <a:cubicBezTo>
                    <a:pt x="11482" y="7759"/>
                    <a:pt x="10781" y="8150"/>
                    <a:pt x="10040" y="8446"/>
                  </a:cubicBezTo>
                  <a:cubicBezTo>
                    <a:pt x="10248" y="8234"/>
                    <a:pt x="10388" y="7965"/>
                    <a:pt x="10443" y="7672"/>
                  </a:cubicBezTo>
                  <a:cubicBezTo>
                    <a:pt x="10487" y="7434"/>
                    <a:pt x="10473" y="7189"/>
                    <a:pt x="10403" y="6958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71438" tIns="71438" rIns="71438" bIns="71438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342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986</TotalTime>
  <Words>515</Words>
  <Application>Microsoft Office PowerPoint</Application>
  <PresentationFormat>Custom</PresentationFormat>
  <Paragraphs>61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Yu Gothic UI Semibold</vt:lpstr>
      <vt:lpstr>Aptos</vt:lpstr>
      <vt:lpstr>Calibri</vt:lpstr>
      <vt:lpstr>Franklin Gothic Medium</vt:lpstr>
      <vt:lpstr>Lato Light</vt:lpstr>
      <vt:lpstr>Nunito Sans ExtraLight</vt:lpstr>
      <vt:lpstr>Open Sans Semibold</vt:lpstr>
      <vt:lpstr>Oswald</vt:lpstr>
      <vt:lpstr>Oswald SemiBold</vt:lpstr>
      <vt:lpstr>Poppins</vt:lpstr>
      <vt:lpstr>Sitka Subheading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Teleola Faith Salimon</dc:creator>
  <cp:lastModifiedBy>Teleola Faith Salimon</cp:lastModifiedBy>
  <cp:revision>14</cp:revision>
  <dcterms:created xsi:type="dcterms:W3CDTF">2025-11-04T15:23:54Z</dcterms:created>
  <dcterms:modified xsi:type="dcterms:W3CDTF">2025-11-14T12:54:05Z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LastSaved">
    <vt:filetime>2025-11-04T00:00:00Z</vt:filetime>
  </property>
  <property fmtid="{D5CDD505-2E9C-101B-9397-08002B2CF9AE}" pid="4" name="Producer">
    <vt:lpwstr>iLovePDF</vt:lpwstr>
  </property>
</Properties>
</file>